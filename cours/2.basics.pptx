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1213" r:id="rId2"/>
    <p:sldId id="1229" r:id="rId3"/>
    <p:sldId id="1053" r:id="rId4"/>
    <p:sldId id="1221" r:id="rId5"/>
    <p:sldId id="823" r:id="rId6"/>
    <p:sldId id="1223" r:id="rId7"/>
    <p:sldId id="1224" r:id="rId8"/>
    <p:sldId id="837" r:id="rId9"/>
    <p:sldId id="1222" r:id="rId10"/>
    <p:sldId id="1138" r:id="rId11"/>
    <p:sldId id="1051" r:id="rId12"/>
    <p:sldId id="1196" r:id="rId13"/>
    <p:sldId id="1165" r:id="rId14"/>
    <p:sldId id="1166" r:id="rId15"/>
    <p:sldId id="1225" r:id="rId16"/>
    <p:sldId id="1167" r:id="rId17"/>
    <p:sldId id="1226" r:id="rId18"/>
    <p:sldId id="1169" r:id="rId19"/>
    <p:sldId id="1168" r:id="rId20"/>
    <p:sldId id="1191" r:id="rId21"/>
    <p:sldId id="1195" r:id="rId22"/>
    <p:sldId id="1216" r:id="rId23"/>
    <p:sldId id="1227" r:id="rId24"/>
    <p:sldId id="1170" r:id="rId25"/>
    <p:sldId id="1172" r:id="rId26"/>
    <p:sldId id="851" r:id="rId27"/>
    <p:sldId id="1192" r:id="rId28"/>
    <p:sldId id="1171" r:id="rId29"/>
    <p:sldId id="850" r:id="rId30"/>
    <p:sldId id="852" r:id="rId31"/>
    <p:sldId id="1217" r:id="rId32"/>
    <p:sldId id="1218" r:id="rId33"/>
    <p:sldId id="1228" r:id="rId34"/>
    <p:sldId id="1174" r:id="rId35"/>
    <p:sldId id="1175" r:id="rId36"/>
    <p:sldId id="1190" r:id="rId37"/>
    <p:sldId id="1219" r:id="rId38"/>
    <p:sldId id="856" r:id="rId39"/>
    <p:sldId id="1176" r:id="rId40"/>
    <p:sldId id="1220" r:id="rId41"/>
    <p:sldId id="1230" r:id="rId42"/>
    <p:sldId id="1160" r:id="rId43"/>
    <p:sldId id="1158" r:id="rId44"/>
    <p:sldId id="1159" r:id="rId45"/>
    <p:sldId id="1161" r:id="rId46"/>
    <p:sldId id="1162" r:id="rId47"/>
    <p:sldId id="1163" r:id="rId48"/>
    <p:sldId id="1164" r:id="rId4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DDA6"/>
    <a:srgbClr val="FF33CC"/>
    <a:srgbClr val="1E2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B69EDD-08DD-4D1A-A189-1D14A647F0A2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A058DA9-7746-4C2B-BEB6-DA3DBB9B6301}">
      <dgm:prSet phldrT="[Texte]"/>
      <dgm:spPr/>
      <dgm:t>
        <a:bodyPr/>
        <a:lstStyle/>
        <a:p>
          <a:r>
            <a:rPr lang="fr-FR" dirty="0"/>
            <a:t>Exigences</a:t>
          </a:r>
        </a:p>
      </dgm:t>
    </dgm:pt>
    <dgm:pt modelId="{8D3D3727-0C8F-44AF-AFCF-2E14346012DA}" type="parTrans" cxnId="{8C1DBE3B-2775-43AF-B993-F1825746E8E0}">
      <dgm:prSet/>
      <dgm:spPr/>
      <dgm:t>
        <a:bodyPr/>
        <a:lstStyle/>
        <a:p>
          <a:endParaRPr lang="fr-FR"/>
        </a:p>
      </dgm:t>
    </dgm:pt>
    <dgm:pt modelId="{2C931808-7423-49C4-BE83-5C090C23663D}" type="sibTrans" cxnId="{8C1DBE3B-2775-43AF-B993-F1825746E8E0}">
      <dgm:prSet/>
      <dgm:spPr/>
      <dgm:t>
        <a:bodyPr/>
        <a:lstStyle/>
        <a:p>
          <a:endParaRPr lang="fr-FR"/>
        </a:p>
      </dgm:t>
    </dgm:pt>
    <dgm:pt modelId="{74B45381-E58F-4CF5-AD7C-537A0098D348}">
      <dgm:prSet phldrT="[Texte]"/>
      <dgm:spPr/>
      <dgm:t>
        <a:bodyPr/>
        <a:lstStyle/>
        <a:p>
          <a:r>
            <a:rPr lang="fr-FR" dirty="0"/>
            <a:t>Conception</a:t>
          </a:r>
        </a:p>
      </dgm:t>
    </dgm:pt>
    <dgm:pt modelId="{39844580-498A-4903-B84C-917589516656}" type="parTrans" cxnId="{0930899B-44E8-4E98-A8B8-8A0A9D6FF713}">
      <dgm:prSet/>
      <dgm:spPr/>
      <dgm:t>
        <a:bodyPr/>
        <a:lstStyle/>
        <a:p>
          <a:endParaRPr lang="fr-FR"/>
        </a:p>
      </dgm:t>
    </dgm:pt>
    <dgm:pt modelId="{2DEE5461-BDE0-49FB-8E3F-B0F97776DEB5}" type="sibTrans" cxnId="{0930899B-44E8-4E98-A8B8-8A0A9D6FF713}">
      <dgm:prSet/>
      <dgm:spPr/>
      <dgm:t>
        <a:bodyPr/>
        <a:lstStyle/>
        <a:p>
          <a:endParaRPr lang="fr-FR"/>
        </a:p>
      </dgm:t>
    </dgm:pt>
    <dgm:pt modelId="{A4E6E068-29F7-43E1-A997-895AD8811FC5}">
      <dgm:prSet/>
      <dgm:spPr/>
      <dgm:t>
        <a:bodyPr/>
        <a:lstStyle/>
        <a:p>
          <a:r>
            <a:rPr lang="fr-FR" dirty="0"/>
            <a:t>Implémentation</a:t>
          </a:r>
        </a:p>
      </dgm:t>
    </dgm:pt>
    <dgm:pt modelId="{8E662F95-7117-403C-9739-06451DD68552}" type="parTrans" cxnId="{2D73BE00-FD58-4A69-A462-5CCA9F7C180A}">
      <dgm:prSet/>
      <dgm:spPr/>
      <dgm:t>
        <a:bodyPr/>
        <a:lstStyle/>
        <a:p>
          <a:endParaRPr lang="fr-FR"/>
        </a:p>
      </dgm:t>
    </dgm:pt>
    <dgm:pt modelId="{4035A6CB-9E8C-45C9-B61F-14DA35FFE720}" type="sibTrans" cxnId="{2D73BE00-FD58-4A69-A462-5CCA9F7C180A}">
      <dgm:prSet/>
      <dgm:spPr/>
      <dgm:t>
        <a:bodyPr/>
        <a:lstStyle/>
        <a:p>
          <a:endParaRPr lang="fr-FR"/>
        </a:p>
      </dgm:t>
    </dgm:pt>
    <dgm:pt modelId="{C60ED28C-CFE6-4A01-B301-5192ECA25FFB}">
      <dgm:prSet/>
      <dgm:spPr/>
      <dgm:t>
        <a:bodyPr/>
        <a:lstStyle/>
        <a:p>
          <a:r>
            <a:rPr lang="fr-FR" dirty="0"/>
            <a:t>Tests</a:t>
          </a:r>
        </a:p>
      </dgm:t>
    </dgm:pt>
    <dgm:pt modelId="{966190FF-91DE-4C5C-ADBF-67217ECD4846}" type="parTrans" cxnId="{8D17C082-6E4D-4106-9E7F-ACF00AA5A3CB}">
      <dgm:prSet/>
      <dgm:spPr/>
      <dgm:t>
        <a:bodyPr/>
        <a:lstStyle/>
        <a:p>
          <a:endParaRPr lang="fr-FR"/>
        </a:p>
      </dgm:t>
    </dgm:pt>
    <dgm:pt modelId="{64C1C865-9565-4579-BD8D-DEF6FEFB19B5}" type="sibTrans" cxnId="{8D17C082-6E4D-4106-9E7F-ACF00AA5A3CB}">
      <dgm:prSet/>
      <dgm:spPr/>
      <dgm:t>
        <a:bodyPr/>
        <a:lstStyle/>
        <a:p>
          <a:endParaRPr lang="fr-FR"/>
        </a:p>
      </dgm:t>
    </dgm:pt>
    <dgm:pt modelId="{5B8D24AD-BD38-46AC-B22D-EEC3A16AD10D}">
      <dgm:prSet/>
      <dgm:spPr/>
      <dgm:t>
        <a:bodyPr/>
        <a:lstStyle/>
        <a:p>
          <a:r>
            <a:rPr lang="fr-FR" dirty="0"/>
            <a:t>Maintenance</a:t>
          </a:r>
        </a:p>
      </dgm:t>
    </dgm:pt>
    <dgm:pt modelId="{D9240A20-B165-424B-A59B-D75457B3C83D}" type="parTrans" cxnId="{2C4354A5-B7DB-4D1A-A78D-870334B9829D}">
      <dgm:prSet/>
      <dgm:spPr/>
      <dgm:t>
        <a:bodyPr/>
        <a:lstStyle/>
        <a:p>
          <a:endParaRPr lang="fr-FR"/>
        </a:p>
      </dgm:t>
    </dgm:pt>
    <dgm:pt modelId="{035D6431-3724-4459-88ED-8C6F34015D13}" type="sibTrans" cxnId="{2C4354A5-B7DB-4D1A-A78D-870334B9829D}">
      <dgm:prSet/>
      <dgm:spPr/>
      <dgm:t>
        <a:bodyPr/>
        <a:lstStyle/>
        <a:p>
          <a:endParaRPr lang="fr-FR"/>
        </a:p>
      </dgm:t>
    </dgm:pt>
    <dgm:pt modelId="{72C6F3C0-3258-4BC0-9A66-AA57FC7312EC}" type="pres">
      <dgm:prSet presAssocID="{F6B69EDD-08DD-4D1A-A189-1D14A647F0A2}" presName="rootnode" presStyleCnt="0">
        <dgm:presLayoutVars>
          <dgm:chMax/>
          <dgm:chPref/>
          <dgm:dir/>
          <dgm:animLvl val="lvl"/>
        </dgm:presLayoutVars>
      </dgm:prSet>
      <dgm:spPr/>
    </dgm:pt>
    <dgm:pt modelId="{81BE9FB6-D519-42B8-AA81-CEA81A5CE455}" type="pres">
      <dgm:prSet presAssocID="{0A058DA9-7746-4C2B-BEB6-DA3DBB9B6301}" presName="composite" presStyleCnt="0"/>
      <dgm:spPr/>
    </dgm:pt>
    <dgm:pt modelId="{F9581707-F9D7-4056-8239-D4BDD928341D}" type="pres">
      <dgm:prSet presAssocID="{0A058DA9-7746-4C2B-BEB6-DA3DBB9B6301}" presName="bentUpArrow1" presStyleLbl="alignImgPlace1" presStyleIdx="0" presStyleCnt="4"/>
      <dgm:spPr/>
    </dgm:pt>
    <dgm:pt modelId="{0D4D44F3-E5E4-4D10-9948-27636F6DBF48}" type="pres">
      <dgm:prSet presAssocID="{0A058DA9-7746-4C2B-BEB6-DA3DBB9B6301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F84DB2B2-3046-42F7-AF70-8E0DA1863937}" type="pres">
      <dgm:prSet presAssocID="{0A058DA9-7746-4C2B-BEB6-DA3DBB9B6301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DC966630-8758-4D5C-B130-63D201381F5F}" type="pres">
      <dgm:prSet presAssocID="{2C931808-7423-49C4-BE83-5C090C23663D}" presName="sibTrans" presStyleCnt="0"/>
      <dgm:spPr/>
    </dgm:pt>
    <dgm:pt modelId="{C028EF68-4D27-426C-98EA-0A60AC2008AE}" type="pres">
      <dgm:prSet presAssocID="{74B45381-E58F-4CF5-AD7C-537A0098D348}" presName="composite" presStyleCnt="0"/>
      <dgm:spPr/>
    </dgm:pt>
    <dgm:pt modelId="{6D75DCF8-C70C-42C1-BFAE-7EC23B6B42B6}" type="pres">
      <dgm:prSet presAssocID="{74B45381-E58F-4CF5-AD7C-537A0098D348}" presName="bentUpArrow1" presStyleLbl="alignImgPlace1" presStyleIdx="1" presStyleCnt="4"/>
      <dgm:spPr/>
    </dgm:pt>
    <dgm:pt modelId="{4A71FE03-1ECF-4B20-A953-5EBD088E5921}" type="pres">
      <dgm:prSet presAssocID="{74B45381-E58F-4CF5-AD7C-537A0098D348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2EA4F96E-F81D-479D-80A4-7E2FC51F58EF}" type="pres">
      <dgm:prSet presAssocID="{74B45381-E58F-4CF5-AD7C-537A0098D348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DFB72589-F096-402A-BB92-DB9BA14A3383}" type="pres">
      <dgm:prSet presAssocID="{2DEE5461-BDE0-49FB-8E3F-B0F97776DEB5}" presName="sibTrans" presStyleCnt="0"/>
      <dgm:spPr/>
    </dgm:pt>
    <dgm:pt modelId="{34D37D7B-AE6C-4482-B89D-B59B5D00652B}" type="pres">
      <dgm:prSet presAssocID="{A4E6E068-29F7-43E1-A997-895AD8811FC5}" presName="composite" presStyleCnt="0"/>
      <dgm:spPr/>
    </dgm:pt>
    <dgm:pt modelId="{79990404-D91F-4143-9D9F-1DF796FA0493}" type="pres">
      <dgm:prSet presAssocID="{A4E6E068-29F7-43E1-A997-895AD8811FC5}" presName="bentUpArrow1" presStyleLbl="alignImgPlace1" presStyleIdx="2" presStyleCnt="4"/>
      <dgm:spPr/>
    </dgm:pt>
    <dgm:pt modelId="{CD81F1C4-8115-420A-B634-037421F1F8F9}" type="pres">
      <dgm:prSet presAssocID="{A4E6E068-29F7-43E1-A997-895AD8811FC5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778C5CAC-26B7-45AE-9C7D-61AA7EB98879}" type="pres">
      <dgm:prSet presAssocID="{A4E6E068-29F7-43E1-A997-895AD8811FC5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91915AC8-A5F1-4942-A6A6-EF228C6EA96C}" type="pres">
      <dgm:prSet presAssocID="{4035A6CB-9E8C-45C9-B61F-14DA35FFE720}" presName="sibTrans" presStyleCnt="0"/>
      <dgm:spPr/>
    </dgm:pt>
    <dgm:pt modelId="{50F8D00E-05D7-4014-B22A-F4143E4D259F}" type="pres">
      <dgm:prSet presAssocID="{C60ED28C-CFE6-4A01-B301-5192ECA25FFB}" presName="composite" presStyleCnt="0"/>
      <dgm:spPr/>
    </dgm:pt>
    <dgm:pt modelId="{273763DF-D6DA-4C65-96A8-2A11C95180CF}" type="pres">
      <dgm:prSet presAssocID="{C60ED28C-CFE6-4A01-B301-5192ECA25FFB}" presName="bentUpArrow1" presStyleLbl="alignImgPlace1" presStyleIdx="3" presStyleCnt="4"/>
      <dgm:spPr/>
    </dgm:pt>
    <dgm:pt modelId="{3FB04ADF-A5F8-4D67-B9E8-354F6267E93F}" type="pres">
      <dgm:prSet presAssocID="{C60ED28C-CFE6-4A01-B301-5192ECA25FFB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CDCEA710-E326-4C25-9D22-0D1CE875B6B2}" type="pres">
      <dgm:prSet presAssocID="{C60ED28C-CFE6-4A01-B301-5192ECA25FFB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1CDB83ED-C053-489F-817C-4F12C91A30F9}" type="pres">
      <dgm:prSet presAssocID="{64C1C865-9565-4579-BD8D-DEF6FEFB19B5}" presName="sibTrans" presStyleCnt="0"/>
      <dgm:spPr/>
    </dgm:pt>
    <dgm:pt modelId="{C952F958-A52F-46E1-8932-9E9E6F6D69C6}" type="pres">
      <dgm:prSet presAssocID="{5B8D24AD-BD38-46AC-B22D-EEC3A16AD10D}" presName="composite" presStyleCnt="0"/>
      <dgm:spPr/>
    </dgm:pt>
    <dgm:pt modelId="{CDF8EC2B-8E96-4E22-9A81-7ABA1139FDF8}" type="pres">
      <dgm:prSet presAssocID="{5B8D24AD-BD38-46AC-B22D-EEC3A16AD10D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2D73BE00-FD58-4A69-A462-5CCA9F7C180A}" srcId="{F6B69EDD-08DD-4D1A-A189-1D14A647F0A2}" destId="{A4E6E068-29F7-43E1-A997-895AD8811FC5}" srcOrd="2" destOrd="0" parTransId="{8E662F95-7117-403C-9739-06451DD68552}" sibTransId="{4035A6CB-9E8C-45C9-B61F-14DA35FFE720}"/>
    <dgm:cxn modelId="{59C6711B-5689-4D73-8B0F-1D50ECC71EFB}" type="presOf" srcId="{A4E6E068-29F7-43E1-A997-895AD8811FC5}" destId="{CD81F1C4-8115-420A-B634-037421F1F8F9}" srcOrd="0" destOrd="0" presId="urn:microsoft.com/office/officeart/2005/8/layout/StepDownProcess"/>
    <dgm:cxn modelId="{088D3028-B8DB-4D00-8544-F00CAEB771EA}" type="presOf" srcId="{F6B69EDD-08DD-4D1A-A189-1D14A647F0A2}" destId="{72C6F3C0-3258-4BC0-9A66-AA57FC7312EC}" srcOrd="0" destOrd="0" presId="urn:microsoft.com/office/officeart/2005/8/layout/StepDownProcess"/>
    <dgm:cxn modelId="{8C898A3B-7B39-45A0-8217-E65F991C9E13}" type="presOf" srcId="{0A058DA9-7746-4C2B-BEB6-DA3DBB9B6301}" destId="{0D4D44F3-E5E4-4D10-9948-27636F6DBF48}" srcOrd="0" destOrd="0" presId="urn:microsoft.com/office/officeart/2005/8/layout/StepDownProcess"/>
    <dgm:cxn modelId="{8C1DBE3B-2775-43AF-B993-F1825746E8E0}" srcId="{F6B69EDD-08DD-4D1A-A189-1D14A647F0A2}" destId="{0A058DA9-7746-4C2B-BEB6-DA3DBB9B6301}" srcOrd="0" destOrd="0" parTransId="{8D3D3727-0C8F-44AF-AFCF-2E14346012DA}" sibTransId="{2C931808-7423-49C4-BE83-5C090C23663D}"/>
    <dgm:cxn modelId="{8D17C082-6E4D-4106-9E7F-ACF00AA5A3CB}" srcId="{F6B69EDD-08DD-4D1A-A189-1D14A647F0A2}" destId="{C60ED28C-CFE6-4A01-B301-5192ECA25FFB}" srcOrd="3" destOrd="0" parTransId="{966190FF-91DE-4C5C-ADBF-67217ECD4846}" sibTransId="{64C1C865-9565-4579-BD8D-DEF6FEFB19B5}"/>
    <dgm:cxn modelId="{0930899B-44E8-4E98-A8B8-8A0A9D6FF713}" srcId="{F6B69EDD-08DD-4D1A-A189-1D14A647F0A2}" destId="{74B45381-E58F-4CF5-AD7C-537A0098D348}" srcOrd="1" destOrd="0" parTransId="{39844580-498A-4903-B84C-917589516656}" sibTransId="{2DEE5461-BDE0-49FB-8E3F-B0F97776DEB5}"/>
    <dgm:cxn modelId="{2C4354A5-B7DB-4D1A-A78D-870334B9829D}" srcId="{F6B69EDD-08DD-4D1A-A189-1D14A647F0A2}" destId="{5B8D24AD-BD38-46AC-B22D-EEC3A16AD10D}" srcOrd="4" destOrd="0" parTransId="{D9240A20-B165-424B-A59B-D75457B3C83D}" sibTransId="{035D6431-3724-4459-88ED-8C6F34015D13}"/>
    <dgm:cxn modelId="{8F24C9B8-D992-45EC-B4C0-A927D2C2DA4A}" type="presOf" srcId="{5B8D24AD-BD38-46AC-B22D-EEC3A16AD10D}" destId="{CDF8EC2B-8E96-4E22-9A81-7ABA1139FDF8}" srcOrd="0" destOrd="0" presId="urn:microsoft.com/office/officeart/2005/8/layout/StepDownProcess"/>
    <dgm:cxn modelId="{2B919AE8-A61F-483D-8A0A-0EAB508C75DF}" type="presOf" srcId="{C60ED28C-CFE6-4A01-B301-5192ECA25FFB}" destId="{3FB04ADF-A5F8-4D67-B9E8-354F6267E93F}" srcOrd="0" destOrd="0" presId="urn:microsoft.com/office/officeart/2005/8/layout/StepDownProcess"/>
    <dgm:cxn modelId="{96E2B3EB-DB2E-4A96-B50B-157A87F74419}" type="presOf" srcId="{74B45381-E58F-4CF5-AD7C-537A0098D348}" destId="{4A71FE03-1ECF-4B20-A953-5EBD088E5921}" srcOrd="0" destOrd="0" presId="urn:microsoft.com/office/officeart/2005/8/layout/StepDownProcess"/>
    <dgm:cxn modelId="{37FB58FF-2AE9-4022-88FF-B2230A9B3B73}" type="presParOf" srcId="{72C6F3C0-3258-4BC0-9A66-AA57FC7312EC}" destId="{81BE9FB6-D519-42B8-AA81-CEA81A5CE455}" srcOrd="0" destOrd="0" presId="urn:microsoft.com/office/officeart/2005/8/layout/StepDownProcess"/>
    <dgm:cxn modelId="{F336E131-C6E5-4A0A-A2FB-9F8559C0D55E}" type="presParOf" srcId="{81BE9FB6-D519-42B8-AA81-CEA81A5CE455}" destId="{F9581707-F9D7-4056-8239-D4BDD928341D}" srcOrd="0" destOrd="0" presId="urn:microsoft.com/office/officeart/2005/8/layout/StepDownProcess"/>
    <dgm:cxn modelId="{25B596FA-C2FD-49AA-8E8F-95A4E0EA0070}" type="presParOf" srcId="{81BE9FB6-D519-42B8-AA81-CEA81A5CE455}" destId="{0D4D44F3-E5E4-4D10-9948-27636F6DBF48}" srcOrd="1" destOrd="0" presId="urn:microsoft.com/office/officeart/2005/8/layout/StepDownProcess"/>
    <dgm:cxn modelId="{71FBF909-8C46-4233-A7A7-BA13BB7E2101}" type="presParOf" srcId="{81BE9FB6-D519-42B8-AA81-CEA81A5CE455}" destId="{F84DB2B2-3046-42F7-AF70-8E0DA1863937}" srcOrd="2" destOrd="0" presId="urn:microsoft.com/office/officeart/2005/8/layout/StepDownProcess"/>
    <dgm:cxn modelId="{309786BC-0F28-4CE0-8C98-95783678646C}" type="presParOf" srcId="{72C6F3C0-3258-4BC0-9A66-AA57FC7312EC}" destId="{DC966630-8758-4D5C-B130-63D201381F5F}" srcOrd="1" destOrd="0" presId="urn:microsoft.com/office/officeart/2005/8/layout/StepDownProcess"/>
    <dgm:cxn modelId="{2B1EA1FB-3174-44BC-AD17-2B9E04B93866}" type="presParOf" srcId="{72C6F3C0-3258-4BC0-9A66-AA57FC7312EC}" destId="{C028EF68-4D27-426C-98EA-0A60AC2008AE}" srcOrd="2" destOrd="0" presId="urn:microsoft.com/office/officeart/2005/8/layout/StepDownProcess"/>
    <dgm:cxn modelId="{A6739B89-C372-47C4-BD90-6192C451846A}" type="presParOf" srcId="{C028EF68-4D27-426C-98EA-0A60AC2008AE}" destId="{6D75DCF8-C70C-42C1-BFAE-7EC23B6B42B6}" srcOrd="0" destOrd="0" presId="urn:microsoft.com/office/officeart/2005/8/layout/StepDownProcess"/>
    <dgm:cxn modelId="{3053CAD6-6FE4-4746-A56F-1C480870DE4A}" type="presParOf" srcId="{C028EF68-4D27-426C-98EA-0A60AC2008AE}" destId="{4A71FE03-1ECF-4B20-A953-5EBD088E5921}" srcOrd="1" destOrd="0" presId="urn:microsoft.com/office/officeart/2005/8/layout/StepDownProcess"/>
    <dgm:cxn modelId="{EFF5B044-01DC-4A7B-B1B1-6F16B0944A6F}" type="presParOf" srcId="{C028EF68-4D27-426C-98EA-0A60AC2008AE}" destId="{2EA4F96E-F81D-479D-80A4-7E2FC51F58EF}" srcOrd="2" destOrd="0" presId="urn:microsoft.com/office/officeart/2005/8/layout/StepDownProcess"/>
    <dgm:cxn modelId="{A58D4C03-125B-418E-9BB5-9CC5AE435E97}" type="presParOf" srcId="{72C6F3C0-3258-4BC0-9A66-AA57FC7312EC}" destId="{DFB72589-F096-402A-BB92-DB9BA14A3383}" srcOrd="3" destOrd="0" presId="urn:microsoft.com/office/officeart/2005/8/layout/StepDownProcess"/>
    <dgm:cxn modelId="{A27DBB1B-43EF-4796-AFBC-091A8E6826A1}" type="presParOf" srcId="{72C6F3C0-3258-4BC0-9A66-AA57FC7312EC}" destId="{34D37D7B-AE6C-4482-B89D-B59B5D00652B}" srcOrd="4" destOrd="0" presId="urn:microsoft.com/office/officeart/2005/8/layout/StepDownProcess"/>
    <dgm:cxn modelId="{822E6413-0657-45C4-8EDF-4516A4CCE995}" type="presParOf" srcId="{34D37D7B-AE6C-4482-B89D-B59B5D00652B}" destId="{79990404-D91F-4143-9D9F-1DF796FA0493}" srcOrd="0" destOrd="0" presId="urn:microsoft.com/office/officeart/2005/8/layout/StepDownProcess"/>
    <dgm:cxn modelId="{983B4183-D61A-4820-A5E6-9B604B0337FE}" type="presParOf" srcId="{34D37D7B-AE6C-4482-B89D-B59B5D00652B}" destId="{CD81F1C4-8115-420A-B634-037421F1F8F9}" srcOrd="1" destOrd="0" presId="urn:microsoft.com/office/officeart/2005/8/layout/StepDownProcess"/>
    <dgm:cxn modelId="{87E208D7-2E86-4892-866A-988CC3BF6A55}" type="presParOf" srcId="{34D37D7B-AE6C-4482-B89D-B59B5D00652B}" destId="{778C5CAC-26B7-45AE-9C7D-61AA7EB98879}" srcOrd="2" destOrd="0" presId="urn:microsoft.com/office/officeart/2005/8/layout/StepDownProcess"/>
    <dgm:cxn modelId="{5E6C3CFE-B334-49F4-8ED7-147B4416D2C3}" type="presParOf" srcId="{72C6F3C0-3258-4BC0-9A66-AA57FC7312EC}" destId="{91915AC8-A5F1-4942-A6A6-EF228C6EA96C}" srcOrd="5" destOrd="0" presId="urn:microsoft.com/office/officeart/2005/8/layout/StepDownProcess"/>
    <dgm:cxn modelId="{057099D4-4201-4079-B68C-7853E386B83D}" type="presParOf" srcId="{72C6F3C0-3258-4BC0-9A66-AA57FC7312EC}" destId="{50F8D00E-05D7-4014-B22A-F4143E4D259F}" srcOrd="6" destOrd="0" presId="urn:microsoft.com/office/officeart/2005/8/layout/StepDownProcess"/>
    <dgm:cxn modelId="{6E674255-4EB6-4D3E-B8B6-1406C27806C5}" type="presParOf" srcId="{50F8D00E-05D7-4014-B22A-F4143E4D259F}" destId="{273763DF-D6DA-4C65-96A8-2A11C95180CF}" srcOrd="0" destOrd="0" presId="urn:microsoft.com/office/officeart/2005/8/layout/StepDownProcess"/>
    <dgm:cxn modelId="{1D7462F3-ACF6-48E7-AEBD-B094A2A5579C}" type="presParOf" srcId="{50F8D00E-05D7-4014-B22A-F4143E4D259F}" destId="{3FB04ADF-A5F8-4D67-B9E8-354F6267E93F}" srcOrd="1" destOrd="0" presId="urn:microsoft.com/office/officeart/2005/8/layout/StepDownProcess"/>
    <dgm:cxn modelId="{76569659-E520-4407-853B-D60997F59B8A}" type="presParOf" srcId="{50F8D00E-05D7-4014-B22A-F4143E4D259F}" destId="{CDCEA710-E326-4C25-9D22-0D1CE875B6B2}" srcOrd="2" destOrd="0" presId="urn:microsoft.com/office/officeart/2005/8/layout/StepDownProcess"/>
    <dgm:cxn modelId="{BB11983B-5957-45D8-9043-143574DBF7FE}" type="presParOf" srcId="{72C6F3C0-3258-4BC0-9A66-AA57FC7312EC}" destId="{1CDB83ED-C053-489F-817C-4F12C91A30F9}" srcOrd="7" destOrd="0" presId="urn:microsoft.com/office/officeart/2005/8/layout/StepDownProcess"/>
    <dgm:cxn modelId="{05A6A19D-09E9-4FF8-9DB8-395E0DA517F5}" type="presParOf" srcId="{72C6F3C0-3258-4BC0-9A66-AA57FC7312EC}" destId="{C952F958-A52F-46E1-8932-9E9E6F6D69C6}" srcOrd="8" destOrd="0" presId="urn:microsoft.com/office/officeart/2005/8/layout/StepDownProcess"/>
    <dgm:cxn modelId="{C560E795-4F77-4D59-BE18-F72EC90C5B45}" type="presParOf" srcId="{C952F958-A52F-46E1-8932-9E9E6F6D69C6}" destId="{CDF8EC2B-8E96-4E22-9A81-7ABA1139FDF8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182198-76FF-4897-8FEF-C200CA087987}" type="doc">
      <dgm:prSet loTypeId="urn:microsoft.com/office/officeart/2005/8/layout/cycle4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FC0EC9D7-0ABE-4951-8720-1A01C78A6DDA}">
      <dgm:prSet phldrT="[Texte]"/>
      <dgm:spPr/>
      <dgm:t>
        <a:bodyPr/>
        <a:lstStyle/>
        <a:p>
          <a:r>
            <a:rPr lang="fr-FR" dirty="0"/>
            <a:t>PLAN</a:t>
          </a:r>
        </a:p>
      </dgm:t>
    </dgm:pt>
    <dgm:pt modelId="{8C3E8651-B588-438A-B53E-D50D463315BC}" type="parTrans" cxnId="{F66EAD2D-97D6-431D-A9A0-2114B4895252}">
      <dgm:prSet/>
      <dgm:spPr/>
      <dgm:t>
        <a:bodyPr/>
        <a:lstStyle/>
        <a:p>
          <a:endParaRPr lang="fr-FR"/>
        </a:p>
      </dgm:t>
    </dgm:pt>
    <dgm:pt modelId="{840F9A0D-FA63-4099-8A0C-2667DE2BE0AF}" type="sibTrans" cxnId="{F66EAD2D-97D6-431D-A9A0-2114B4895252}">
      <dgm:prSet/>
      <dgm:spPr/>
      <dgm:t>
        <a:bodyPr/>
        <a:lstStyle/>
        <a:p>
          <a:endParaRPr lang="fr-FR"/>
        </a:p>
      </dgm:t>
    </dgm:pt>
    <dgm:pt modelId="{4325E62C-5604-48EB-B1D8-8EE1E00E4D73}">
      <dgm:prSet phldrT="[Texte]"/>
      <dgm:spPr/>
      <dgm:t>
        <a:bodyPr/>
        <a:lstStyle/>
        <a:p>
          <a:r>
            <a:rPr lang="fr-FR" dirty="0"/>
            <a:t>Objectifs</a:t>
          </a:r>
        </a:p>
      </dgm:t>
    </dgm:pt>
    <dgm:pt modelId="{5130903B-3CDA-4E3A-B3BD-C6553294F942}" type="parTrans" cxnId="{BD386A48-09D3-46C3-BD61-21BF95C208F3}">
      <dgm:prSet/>
      <dgm:spPr/>
      <dgm:t>
        <a:bodyPr/>
        <a:lstStyle/>
        <a:p>
          <a:endParaRPr lang="fr-FR"/>
        </a:p>
      </dgm:t>
    </dgm:pt>
    <dgm:pt modelId="{D7686F6E-CFC0-4944-80F8-C32E6CC5718A}" type="sibTrans" cxnId="{BD386A48-09D3-46C3-BD61-21BF95C208F3}">
      <dgm:prSet/>
      <dgm:spPr/>
      <dgm:t>
        <a:bodyPr/>
        <a:lstStyle/>
        <a:p>
          <a:endParaRPr lang="fr-FR"/>
        </a:p>
      </dgm:t>
    </dgm:pt>
    <dgm:pt modelId="{50D08FAE-A69F-4043-A458-16413EC43F26}">
      <dgm:prSet phldrT="[Texte]"/>
      <dgm:spPr/>
      <dgm:t>
        <a:bodyPr/>
        <a:lstStyle/>
        <a:p>
          <a:r>
            <a:rPr lang="fr-FR" dirty="0"/>
            <a:t>DO</a:t>
          </a:r>
        </a:p>
      </dgm:t>
    </dgm:pt>
    <dgm:pt modelId="{23E417D4-8782-4030-928D-7B39A025D6DB}" type="parTrans" cxnId="{0767810A-4096-4698-9363-E231E488F270}">
      <dgm:prSet/>
      <dgm:spPr/>
      <dgm:t>
        <a:bodyPr/>
        <a:lstStyle/>
        <a:p>
          <a:endParaRPr lang="fr-FR"/>
        </a:p>
      </dgm:t>
    </dgm:pt>
    <dgm:pt modelId="{EA500083-0EA8-4A13-A8D7-1E56C5223EE0}" type="sibTrans" cxnId="{0767810A-4096-4698-9363-E231E488F270}">
      <dgm:prSet/>
      <dgm:spPr/>
      <dgm:t>
        <a:bodyPr/>
        <a:lstStyle/>
        <a:p>
          <a:endParaRPr lang="fr-FR"/>
        </a:p>
      </dgm:t>
    </dgm:pt>
    <dgm:pt modelId="{19F37427-4770-48FF-9A18-6CE8EC4001DA}">
      <dgm:prSet phldrT="[Texte]"/>
      <dgm:spPr/>
      <dgm:t>
        <a:bodyPr/>
        <a:lstStyle/>
        <a:p>
          <a:r>
            <a:rPr lang="fr-FR" dirty="0"/>
            <a:t>Activités</a:t>
          </a:r>
        </a:p>
      </dgm:t>
    </dgm:pt>
    <dgm:pt modelId="{C070EF9F-1E97-4DB9-A758-4AD0B945493B}" type="parTrans" cxnId="{F0CFA22D-48DE-4755-B4BB-75A97086807D}">
      <dgm:prSet/>
      <dgm:spPr/>
      <dgm:t>
        <a:bodyPr/>
        <a:lstStyle/>
        <a:p>
          <a:endParaRPr lang="fr-FR"/>
        </a:p>
      </dgm:t>
    </dgm:pt>
    <dgm:pt modelId="{0E0B558D-4534-42FF-92C9-A0AA33EDBE00}" type="sibTrans" cxnId="{F0CFA22D-48DE-4755-B4BB-75A97086807D}">
      <dgm:prSet/>
      <dgm:spPr/>
      <dgm:t>
        <a:bodyPr/>
        <a:lstStyle/>
        <a:p>
          <a:endParaRPr lang="fr-FR"/>
        </a:p>
      </dgm:t>
    </dgm:pt>
    <dgm:pt modelId="{C9818F56-0F08-4582-80FA-EF92D9288E05}">
      <dgm:prSet phldrT="[Texte]"/>
      <dgm:spPr/>
      <dgm:t>
        <a:bodyPr/>
        <a:lstStyle/>
        <a:p>
          <a:r>
            <a:rPr lang="fr-FR" dirty="0"/>
            <a:t>CHECK</a:t>
          </a:r>
        </a:p>
      </dgm:t>
    </dgm:pt>
    <dgm:pt modelId="{F78615DA-0ABC-4524-99B6-264C17347C0E}" type="parTrans" cxnId="{4EC0003A-DA79-451C-99CA-9F38799316DA}">
      <dgm:prSet/>
      <dgm:spPr/>
      <dgm:t>
        <a:bodyPr/>
        <a:lstStyle/>
        <a:p>
          <a:endParaRPr lang="fr-FR"/>
        </a:p>
      </dgm:t>
    </dgm:pt>
    <dgm:pt modelId="{1440EDD3-82F2-45DC-A333-65D8A4EC1CCE}" type="sibTrans" cxnId="{4EC0003A-DA79-451C-99CA-9F38799316DA}">
      <dgm:prSet/>
      <dgm:spPr/>
      <dgm:t>
        <a:bodyPr/>
        <a:lstStyle/>
        <a:p>
          <a:endParaRPr lang="fr-FR"/>
        </a:p>
      </dgm:t>
    </dgm:pt>
    <dgm:pt modelId="{18847327-97E2-463F-972D-2A1800F60183}">
      <dgm:prSet phldrT="[Texte]"/>
      <dgm:spPr/>
      <dgm:t>
        <a:bodyPr/>
        <a:lstStyle/>
        <a:p>
          <a:r>
            <a:rPr lang="fr-FR" dirty="0"/>
            <a:t>Résultat</a:t>
          </a:r>
        </a:p>
      </dgm:t>
    </dgm:pt>
    <dgm:pt modelId="{E0BBE85D-9605-4923-9F8F-DF26C2D333FF}" type="parTrans" cxnId="{0B8C48AB-01F4-4E57-9A89-FA3E3D17B993}">
      <dgm:prSet/>
      <dgm:spPr/>
      <dgm:t>
        <a:bodyPr/>
        <a:lstStyle/>
        <a:p>
          <a:endParaRPr lang="fr-FR"/>
        </a:p>
      </dgm:t>
    </dgm:pt>
    <dgm:pt modelId="{F6F8871F-4155-44DD-A0DC-5F2E58C32380}" type="sibTrans" cxnId="{0B8C48AB-01F4-4E57-9A89-FA3E3D17B993}">
      <dgm:prSet/>
      <dgm:spPr/>
      <dgm:t>
        <a:bodyPr/>
        <a:lstStyle/>
        <a:p>
          <a:endParaRPr lang="fr-FR"/>
        </a:p>
      </dgm:t>
    </dgm:pt>
    <dgm:pt modelId="{1063ED65-D88E-4097-93E9-9E87EF625490}">
      <dgm:prSet phldrT="[Texte]"/>
      <dgm:spPr/>
      <dgm:t>
        <a:bodyPr/>
        <a:lstStyle/>
        <a:p>
          <a:r>
            <a:rPr lang="fr-FR" dirty="0"/>
            <a:t>ACT</a:t>
          </a:r>
        </a:p>
      </dgm:t>
    </dgm:pt>
    <dgm:pt modelId="{37499EB4-4BE2-49E5-9BC9-955A56E96965}" type="parTrans" cxnId="{5D461E6A-939A-49D1-963B-AE1417C5E7CD}">
      <dgm:prSet/>
      <dgm:spPr/>
      <dgm:t>
        <a:bodyPr/>
        <a:lstStyle/>
        <a:p>
          <a:endParaRPr lang="fr-FR"/>
        </a:p>
      </dgm:t>
    </dgm:pt>
    <dgm:pt modelId="{1B24E62F-5C50-48E7-92D0-9211F20E5A95}" type="sibTrans" cxnId="{5D461E6A-939A-49D1-963B-AE1417C5E7CD}">
      <dgm:prSet/>
      <dgm:spPr/>
      <dgm:t>
        <a:bodyPr/>
        <a:lstStyle/>
        <a:p>
          <a:endParaRPr lang="fr-FR"/>
        </a:p>
      </dgm:t>
    </dgm:pt>
    <dgm:pt modelId="{D88E1305-ABDC-4191-B83C-78911FAD3C6D}">
      <dgm:prSet phldrT="[Texte]"/>
      <dgm:spPr/>
      <dgm:t>
        <a:bodyPr/>
        <a:lstStyle/>
        <a:p>
          <a:r>
            <a:rPr lang="fr-FR" dirty="0"/>
            <a:t>Analyser</a:t>
          </a:r>
        </a:p>
      </dgm:t>
    </dgm:pt>
    <dgm:pt modelId="{2920002C-804D-4B48-9C5E-BFF345F6421F}" type="parTrans" cxnId="{50B6F06D-CF02-4415-915F-901FD71C9782}">
      <dgm:prSet/>
      <dgm:spPr/>
      <dgm:t>
        <a:bodyPr/>
        <a:lstStyle/>
        <a:p>
          <a:endParaRPr lang="fr-FR"/>
        </a:p>
      </dgm:t>
    </dgm:pt>
    <dgm:pt modelId="{61422EAB-9372-4EF5-923F-982706D5E022}" type="sibTrans" cxnId="{50B6F06D-CF02-4415-915F-901FD71C9782}">
      <dgm:prSet/>
      <dgm:spPr/>
      <dgm:t>
        <a:bodyPr/>
        <a:lstStyle/>
        <a:p>
          <a:endParaRPr lang="fr-FR"/>
        </a:p>
      </dgm:t>
    </dgm:pt>
    <dgm:pt modelId="{031FA1FE-1945-4B56-95F4-4BE37F0CE5DA}">
      <dgm:prSet/>
      <dgm:spPr/>
      <dgm:t>
        <a:bodyPr/>
        <a:lstStyle/>
        <a:p>
          <a:r>
            <a:rPr lang="fr-FR" dirty="0"/>
            <a:t>Améliorer</a:t>
          </a:r>
        </a:p>
      </dgm:t>
    </dgm:pt>
    <dgm:pt modelId="{CF53FEDD-408A-4163-97DF-5BCB26249AA6}" type="parTrans" cxnId="{114B1B2E-0EFD-40D6-8B5F-2C9F725F96AA}">
      <dgm:prSet/>
      <dgm:spPr/>
      <dgm:t>
        <a:bodyPr/>
        <a:lstStyle/>
        <a:p>
          <a:endParaRPr lang="fr-FR"/>
        </a:p>
      </dgm:t>
    </dgm:pt>
    <dgm:pt modelId="{0C23E44D-4A43-4DD4-B9C9-B893D65CCB29}" type="sibTrans" cxnId="{114B1B2E-0EFD-40D6-8B5F-2C9F725F96AA}">
      <dgm:prSet/>
      <dgm:spPr/>
      <dgm:t>
        <a:bodyPr/>
        <a:lstStyle/>
        <a:p>
          <a:endParaRPr lang="fr-FR"/>
        </a:p>
      </dgm:t>
    </dgm:pt>
    <dgm:pt modelId="{2C66970D-DC2A-42C6-BC4F-C95F373CE7D9}">
      <dgm:prSet/>
      <dgm:spPr/>
      <dgm:t>
        <a:bodyPr/>
        <a:lstStyle/>
        <a:p>
          <a:r>
            <a:rPr lang="fr-FR" dirty="0"/>
            <a:t>Process</a:t>
          </a:r>
        </a:p>
      </dgm:t>
    </dgm:pt>
    <dgm:pt modelId="{D66A4747-BE1B-42C2-A33E-5E569FD80AC2}" type="parTrans" cxnId="{206FAB18-52F8-4A0F-ADBD-5A533D6CF387}">
      <dgm:prSet/>
      <dgm:spPr/>
      <dgm:t>
        <a:bodyPr/>
        <a:lstStyle/>
        <a:p>
          <a:endParaRPr lang="fr-FR"/>
        </a:p>
      </dgm:t>
    </dgm:pt>
    <dgm:pt modelId="{E81900D2-984D-46CC-B094-42CA2AFF68B0}" type="sibTrans" cxnId="{206FAB18-52F8-4A0F-ADBD-5A533D6CF387}">
      <dgm:prSet/>
      <dgm:spPr/>
      <dgm:t>
        <a:bodyPr/>
        <a:lstStyle/>
        <a:p>
          <a:endParaRPr lang="fr-FR"/>
        </a:p>
      </dgm:t>
    </dgm:pt>
    <dgm:pt modelId="{D8F93EFF-EF3B-4910-979D-79AFF650FCE0}">
      <dgm:prSet/>
      <dgm:spPr/>
      <dgm:t>
        <a:bodyPr/>
        <a:lstStyle/>
        <a:p>
          <a:r>
            <a:rPr lang="fr-FR"/>
            <a:t>Risques</a:t>
          </a:r>
          <a:endParaRPr lang="fr-FR" dirty="0"/>
        </a:p>
      </dgm:t>
    </dgm:pt>
    <dgm:pt modelId="{A208A2E7-6F94-423D-A182-9E033AD0E643}" type="parTrans" cxnId="{89EC92F4-D36D-4E64-87B3-826F7E7DD7A7}">
      <dgm:prSet/>
      <dgm:spPr/>
      <dgm:t>
        <a:bodyPr/>
        <a:lstStyle/>
        <a:p>
          <a:endParaRPr lang="fr-FR"/>
        </a:p>
      </dgm:t>
    </dgm:pt>
    <dgm:pt modelId="{6F65A6B7-2106-44EE-A690-C6197C4999DB}" type="sibTrans" cxnId="{89EC92F4-D36D-4E64-87B3-826F7E7DD7A7}">
      <dgm:prSet/>
      <dgm:spPr/>
      <dgm:t>
        <a:bodyPr/>
        <a:lstStyle/>
        <a:p>
          <a:endParaRPr lang="fr-FR"/>
        </a:p>
      </dgm:t>
    </dgm:pt>
    <dgm:pt modelId="{7340CBA3-35E5-40DD-A474-446DD08C0FE2}">
      <dgm:prSet/>
      <dgm:spPr/>
      <dgm:t>
        <a:bodyPr/>
        <a:lstStyle/>
        <a:p>
          <a:r>
            <a:rPr lang="fr-FR" dirty="0"/>
            <a:t>Ressources</a:t>
          </a:r>
        </a:p>
      </dgm:t>
    </dgm:pt>
    <dgm:pt modelId="{731A1A9F-0299-4895-A734-D5EB0085247D}" type="parTrans" cxnId="{D8D139BB-21B4-4D37-B414-9C5C0F454BAA}">
      <dgm:prSet/>
      <dgm:spPr/>
      <dgm:t>
        <a:bodyPr/>
        <a:lstStyle/>
        <a:p>
          <a:endParaRPr lang="fr-FR"/>
        </a:p>
      </dgm:t>
    </dgm:pt>
    <dgm:pt modelId="{77770A85-6B6B-4852-8D33-71AE5D413214}" type="sibTrans" cxnId="{D8D139BB-21B4-4D37-B414-9C5C0F454BAA}">
      <dgm:prSet/>
      <dgm:spPr/>
      <dgm:t>
        <a:bodyPr/>
        <a:lstStyle/>
        <a:p>
          <a:endParaRPr lang="fr-FR"/>
        </a:p>
      </dgm:t>
    </dgm:pt>
    <dgm:pt modelId="{7D503CBF-7BAB-480A-B32B-38E263048F32}">
      <dgm:prSet/>
      <dgm:spPr/>
      <dgm:t>
        <a:bodyPr/>
        <a:lstStyle/>
        <a:p>
          <a:r>
            <a:rPr lang="fr-FR" dirty="0"/>
            <a:t>Mitigation des risques</a:t>
          </a:r>
        </a:p>
      </dgm:t>
    </dgm:pt>
    <dgm:pt modelId="{318FA1BC-89C2-4B7E-A12E-9AA1D24EC389}" type="parTrans" cxnId="{06CD79DC-C5E2-4354-8FE4-4A3C7A51B68B}">
      <dgm:prSet/>
      <dgm:spPr/>
      <dgm:t>
        <a:bodyPr/>
        <a:lstStyle/>
        <a:p>
          <a:endParaRPr lang="fr-FR"/>
        </a:p>
      </dgm:t>
    </dgm:pt>
    <dgm:pt modelId="{C3F718FD-A4EE-4B27-B1A9-AE5A3ADFE82D}" type="sibTrans" cxnId="{06CD79DC-C5E2-4354-8FE4-4A3C7A51B68B}">
      <dgm:prSet/>
      <dgm:spPr/>
      <dgm:t>
        <a:bodyPr/>
        <a:lstStyle/>
        <a:p>
          <a:endParaRPr lang="fr-FR"/>
        </a:p>
      </dgm:t>
    </dgm:pt>
    <dgm:pt modelId="{470F52AD-9FB1-44DD-A30C-927D4EE797AB}" type="pres">
      <dgm:prSet presAssocID="{0E182198-76FF-4897-8FEF-C200CA087987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4D609D83-E793-4BFB-9C4A-25F4E6974337}" type="pres">
      <dgm:prSet presAssocID="{0E182198-76FF-4897-8FEF-C200CA087987}" presName="children" presStyleCnt="0"/>
      <dgm:spPr/>
    </dgm:pt>
    <dgm:pt modelId="{DEC38B1D-FF62-4D19-9B45-BF54F1659AC3}" type="pres">
      <dgm:prSet presAssocID="{0E182198-76FF-4897-8FEF-C200CA087987}" presName="child1group" presStyleCnt="0"/>
      <dgm:spPr/>
    </dgm:pt>
    <dgm:pt modelId="{0C790AAC-D9A4-4973-9C03-4D8BBE84563A}" type="pres">
      <dgm:prSet presAssocID="{0E182198-76FF-4897-8FEF-C200CA087987}" presName="child1" presStyleLbl="bgAcc1" presStyleIdx="0" presStyleCnt="4"/>
      <dgm:spPr/>
    </dgm:pt>
    <dgm:pt modelId="{3246C288-1304-400D-BA84-CC075BFB3449}" type="pres">
      <dgm:prSet presAssocID="{0E182198-76FF-4897-8FEF-C200CA087987}" presName="child1Text" presStyleLbl="bgAcc1" presStyleIdx="0" presStyleCnt="4">
        <dgm:presLayoutVars>
          <dgm:bulletEnabled val="1"/>
        </dgm:presLayoutVars>
      </dgm:prSet>
      <dgm:spPr/>
    </dgm:pt>
    <dgm:pt modelId="{FF42CDD1-2316-4DF1-B983-6789DA7C3DB7}" type="pres">
      <dgm:prSet presAssocID="{0E182198-76FF-4897-8FEF-C200CA087987}" presName="child2group" presStyleCnt="0"/>
      <dgm:spPr/>
    </dgm:pt>
    <dgm:pt modelId="{F4DCF133-BDEB-4F2C-9772-A95848AB4CE6}" type="pres">
      <dgm:prSet presAssocID="{0E182198-76FF-4897-8FEF-C200CA087987}" presName="child2" presStyleLbl="bgAcc1" presStyleIdx="1" presStyleCnt="4"/>
      <dgm:spPr/>
    </dgm:pt>
    <dgm:pt modelId="{0AAE2D7A-6424-4162-A608-E8E8AD691878}" type="pres">
      <dgm:prSet presAssocID="{0E182198-76FF-4897-8FEF-C200CA087987}" presName="child2Text" presStyleLbl="bgAcc1" presStyleIdx="1" presStyleCnt="4">
        <dgm:presLayoutVars>
          <dgm:bulletEnabled val="1"/>
        </dgm:presLayoutVars>
      </dgm:prSet>
      <dgm:spPr/>
    </dgm:pt>
    <dgm:pt modelId="{3F95ED34-2C33-40B5-A0C5-A40F1F2BE2B2}" type="pres">
      <dgm:prSet presAssocID="{0E182198-76FF-4897-8FEF-C200CA087987}" presName="child3group" presStyleCnt="0"/>
      <dgm:spPr/>
    </dgm:pt>
    <dgm:pt modelId="{6531656A-2722-4B1F-AFDB-55AE9393BE08}" type="pres">
      <dgm:prSet presAssocID="{0E182198-76FF-4897-8FEF-C200CA087987}" presName="child3" presStyleLbl="bgAcc1" presStyleIdx="2" presStyleCnt="4"/>
      <dgm:spPr/>
    </dgm:pt>
    <dgm:pt modelId="{19F36458-F45B-4FAC-B8D2-D086C59F6D11}" type="pres">
      <dgm:prSet presAssocID="{0E182198-76FF-4897-8FEF-C200CA087987}" presName="child3Text" presStyleLbl="bgAcc1" presStyleIdx="2" presStyleCnt="4">
        <dgm:presLayoutVars>
          <dgm:bulletEnabled val="1"/>
        </dgm:presLayoutVars>
      </dgm:prSet>
      <dgm:spPr/>
    </dgm:pt>
    <dgm:pt modelId="{0DCBBEFD-9A31-4F4A-8F72-531FE828D7C8}" type="pres">
      <dgm:prSet presAssocID="{0E182198-76FF-4897-8FEF-C200CA087987}" presName="child4group" presStyleCnt="0"/>
      <dgm:spPr/>
    </dgm:pt>
    <dgm:pt modelId="{CCB08A15-4252-4275-AF68-07024E2E531F}" type="pres">
      <dgm:prSet presAssocID="{0E182198-76FF-4897-8FEF-C200CA087987}" presName="child4" presStyleLbl="bgAcc1" presStyleIdx="3" presStyleCnt="4"/>
      <dgm:spPr/>
    </dgm:pt>
    <dgm:pt modelId="{75C744DE-F651-40CA-B79D-59D67706E7AB}" type="pres">
      <dgm:prSet presAssocID="{0E182198-76FF-4897-8FEF-C200CA087987}" presName="child4Text" presStyleLbl="bgAcc1" presStyleIdx="3" presStyleCnt="4">
        <dgm:presLayoutVars>
          <dgm:bulletEnabled val="1"/>
        </dgm:presLayoutVars>
      </dgm:prSet>
      <dgm:spPr/>
    </dgm:pt>
    <dgm:pt modelId="{8EEB146B-3CA8-48E4-9DBC-8A8C9A4305FB}" type="pres">
      <dgm:prSet presAssocID="{0E182198-76FF-4897-8FEF-C200CA087987}" presName="childPlaceholder" presStyleCnt="0"/>
      <dgm:spPr/>
    </dgm:pt>
    <dgm:pt modelId="{5030EB74-E665-4021-B506-6442C85AB0F1}" type="pres">
      <dgm:prSet presAssocID="{0E182198-76FF-4897-8FEF-C200CA087987}" presName="circle" presStyleCnt="0"/>
      <dgm:spPr/>
    </dgm:pt>
    <dgm:pt modelId="{E22C7D8F-4175-47CA-8EA6-74C15575D99E}" type="pres">
      <dgm:prSet presAssocID="{0E182198-76FF-4897-8FEF-C200CA087987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34BEC144-40D4-4017-863B-52BF0AB45C49}" type="pres">
      <dgm:prSet presAssocID="{0E182198-76FF-4897-8FEF-C200CA087987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E721D2EC-ABAB-4E74-9B57-0E82B380B052}" type="pres">
      <dgm:prSet presAssocID="{0E182198-76FF-4897-8FEF-C200CA087987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4F2612FE-6E73-45B9-A824-B4468E7E8C5D}" type="pres">
      <dgm:prSet presAssocID="{0E182198-76FF-4897-8FEF-C200CA087987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DDB13D62-22F6-478C-8B62-CA1725ACD3F8}" type="pres">
      <dgm:prSet presAssocID="{0E182198-76FF-4897-8FEF-C200CA087987}" presName="quadrantPlaceholder" presStyleCnt="0"/>
      <dgm:spPr/>
    </dgm:pt>
    <dgm:pt modelId="{0A737C3D-FD9D-4CDE-8BEB-4FA081CCE4C0}" type="pres">
      <dgm:prSet presAssocID="{0E182198-76FF-4897-8FEF-C200CA087987}" presName="center1" presStyleLbl="fgShp" presStyleIdx="0" presStyleCnt="2"/>
      <dgm:spPr/>
    </dgm:pt>
    <dgm:pt modelId="{B999DCEA-6D48-4353-BC49-77520280E8E6}" type="pres">
      <dgm:prSet presAssocID="{0E182198-76FF-4897-8FEF-C200CA087987}" presName="center2" presStyleLbl="fgShp" presStyleIdx="1" presStyleCnt="2"/>
      <dgm:spPr/>
    </dgm:pt>
  </dgm:ptLst>
  <dgm:cxnLst>
    <dgm:cxn modelId="{32EC5B01-5681-47B8-B429-024B1618FDE2}" type="presOf" srcId="{4325E62C-5604-48EB-B1D8-8EE1E00E4D73}" destId="{0C790AAC-D9A4-4973-9C03-4D8BBE84563A}" srcOrd="0" destOrd="0" presId="urn:microsoft.com/office/officeart/2005/8/layout/cycle4"/>
    <dgm:cxn modelId="{164EB805-6DDF-4E9D-8E1C-FE27E3B7E4AC}" type="presOf" srcId="{D8F93EFF-EF3B-4910-979D-79AFF650FCE0}" destId="{3246C288-1304-400D-BA84-CC075BFB3449}" srcOrd="1" destOrd="1" presId="urn:microsoft.com/office/officeart/2005/8/layout/cycle4"/>
    <dgm:cxn modelId="{0767810A-4096-4698-9363-E231E488F270}" srcId="{0E182198-76FF-4897-8FEF-C200CA087987}" destId="{50D08FAE-A69F-4043-A458-16413EC43F26}" srcOrd="1" destOrd="0" parTransId="{23E417D4-8782-4030-928D-7B39A025D6DB}" sibTransId="{EA500083-0EA8-4A13-A8D7-1E56C5223EE0}"/>
    <dgm:cxn modelId="{47436E12-8FFD-4DC2-9B20-BE336C47C774}" type="presOf" srcId="{D8F93EFF-EF3B-4910-979D-79AFF650FCE0}" destId="{0C790AAC-D9A4-4973-9C03-4D8BBE84563A}" srcOrd="0" destOrd="1" presId="urn:microsoft.com/office/officeart/2005/8/layout/cycle4"/>
    <dgm:cxn modelId="{206FAB18-52F8-4A0F-ADBD-5A533D6CF387}" srcId="{50D08FAE-A69F-4043-A458-16413EC43F26}" destId="{2C66970D-DC2A-42C6-BC4F-C95F373CE7D9}" srcOrd="1" destOrd="0" parTransId="{D66A4747-BE1B-42C2-A33E-5E569FD80AC2}" sibTransId="{E81900D2-984D-46CC-B094-42CA2AFF68B0}"/>
    <dgm:cxn modelId="{78A0342B-59B1-4B58-8123-1F6EFBB8CACA}" type="presOf" srcId="{D88E1305-ABDC-4191-B83C-78911FAD3C6D}" destId="{CCB08A15-4252-4275-AF68-07024E2E531F}" srcOrd="0" destOrd="0" presId="urn:microsoft.com/office/officeart/2005/8/layout/cycle4"/>
    <dgm:cxn modelId="{F0CFA22D-48DE-4755-B4BB-75A97086807D}" srcId="{50D08FAE-A69F-4043-A458-16413EC43F26}" destId="{19F37427-4770-48FF-9A18-6CE8EC4001DA}" srcOrd="0" destOrd="0" parTransId="{C070EF9F-1E97-4DB9-A758-4AD0B945493B}" sibTransId="{0E0B558D-4534-42FF-92C9-A0AA33EDBE00}"/>
    <dgm:cxn modelId="{F66EAD2D-97D6-431D-A9A0-2114B4895252}" srcId="{0E182198-76FF-4897-8FEF-C200CA087987}" destId="{FC0EC9D7-0ABE-4951-8720-1A01C78A6DDA}" srcOrd="0" destOrd="0" parTransId="{8C3E8651-B588-438A-B53E-D50D463315BC}" sibTransId="{840F9A0D-FA63-4099-8A0C-2667DE2BE0AF}"/>
    <dgm:cxn modelId="{114B1B2E-0EFD-40D6-8B5F-2C9F725F96AA}" srcId="{1063ED65-D88E-4097-93E9-9E87EF625490}" destId="{031FA1FE-1945-4B56-95F4-4BE37F0CE5DA}" srcOrd="1" destOrd="0" parTransId="{CF53FEDD-408A-4163-97DF-5BCB26249AA6}" sibTransId="{0C23E44D-4A43-4DD4-B9C9-B893D65CCB29}"/>
    <dgm:cxn modelId="{4EC0003A-DA79-451C-99CA-9F38799316DA}" srcId="{0E182198-76FF-4897-8FEF-C200CA087987}" destId="{C9818F56-0F08-4582-80FA-EF92D9288E05}" srcOrd="2" destOrd="0" parTransId="{F78615DA-0ABC-4524-99B6-264C17347C0E}" sibTransId="{1440EDD3-82F2-45DC-A333-65D8A4EC1CCE}"/>
    <dgm:cxn modelId="{42AB3240-EC01-418C-A30E-F57822661266}" type="presOf" srcId="{19F37427-4770-48FF-9A18-6CE8EC4001DA}" destId="{0AAE2D7A-6424-4162-A608-E8E8AD691878}" srcOrd="1" destOrd="0" presId="urn:microsoft.com/office/officeart/2005/8/layout/cycle4"/>
    <dgm:cxn modelId="{8AFD7A40-A96D-4A7A-9FE9-6F1D8B8E56E7}" type="presOf" srcId="{19F37427-4770-48FF-9A18-6CE8EC4001DA}" destId="{F4DCF133-BDEB-4F2C-9772-A95848AB4CE6}" srcOrd="0" destOrd="0" presId="urn:microsoft.com/office/officeart/2005/8/layout/cycle4"/>
    <dgm:cxn modelId="{538ACB64-260E-42E5-BE1B-2F90995DF86E}" type="presOf" srcId="{7D503CBF-7BAB-480A-B32B-38E263048F32}" destId="{6531656A-2722-4B1F-AFDB-55AE9393BE08}" srcOrd="0" destOrd="1" presId="urn:microsoft.com/office/officeart/2005/8/layout/cycle4"/>
    <dgm:cxn modelId="{997C0665-14F7-4E8D-A1B0-C91A2A1C9EA6}" type="presOf" srcId="{4325E62C-5604-48EB-B1D8-8EE1E00E4D73}" destId="{3246C288-1304-400D-BA84-CC075BFB3449}" srcOrd="1" destOrd="0" presId="urn:microsoft.com/office/officeart/2005/8/layout/cycle4"/>
    <dgm:cxn modelId="{BD386A48-09D3-46C3-BD61-21BF95C208F3}" srcId="{FC0EC9D7-0ABE-4951-8720-1A01C78A6DDA}" destId="{4325E62C-5604-48EB-B1D8-8EE1E00E4D73}" srcOrd="0" destOrd="0" parTransId="{5130903B-3CDA-4E3A-B3BD-C6553294F942}" sibTransId="{D7686F6E-CFC0-4944-80F8-C32E6CC5718A}"/>
    <dgm:cxn modelId="{5D461E6A-939A-49D1-963B-AE1417C5E7CD}" srcId="{0E182198-76FF-4897-8FEF-C200CA087987}" destId="{1063ED65-D88E-4097-93E9-9E87EF625490}" srcOrd="3" destOrd="0" parTransId="{37499EB4-4BE2-49E5-9BC9-955A56E96965}" sibTransId="{1B24E62F-5C50-48E7-92D0-9211F20E5A95}"/>
    <dgm:cxn modelId="{50B6F06D-CF02-4415-915F-901FD71C9782}" srcId="{1063ED65-D88E-4097-93E9-9E87EF625490}" destId="{D88E1305-ABDC-4191-B83C-78911FAD3C6D}" srcOrd="0" destOrd="0" parTransId="{2920002C-804D-4B48-9C5E-BFF345F6421F}" sibTransId="{61422EAB-9372-4EF5-923F-982706D5E022}"/>
    <dgm:cxn modelId="{79012C51-E41B-4003-80AD-B257EA7869C8}" type="presOf" srcId="{50D08FAE-A69F-4043-A458-16413EC43F26}" destId="{34BEC144-40D4-4017-863B-52BF0AB45C49}" srcOrd="0" destOrd="0" presId="urn:microsoft.com/office/officeart/2005/8/layout/cycle4"/>
    <dgm:cxn modelId="{7A97E153-3818-4142-9660-29F4791BDA77}" type="presOf" srcId="{D88E1305-ABDC-4191-B83C-78911FAD3C6D}" destId="{75C744DE-F651-40CA-B79D-59D67706E7AB}" srcOrd="1" destOrd="0" presId="urn:microsoft.com/office/officeart/2005/8/layout/cycle4"/>
    <dgm:cxn modelId="{1BDE1B9A-0D63-499C-8B9D-CE288C3B5FB6}" type="presOf" srcId="{031FA1FE-1945-4B56-95F4-4BE37F0CE5DA}" destId="{CCB08A15-4252-4275-AF68-07024E2E531F}" srcOrd="0" destOrd="1" presId="urn:microsoft.com/office/officeart/2005/8/layout/cycle4"/>
    <dgm:cxn modelId="{2F07C19A-AAE8-46F3-8FE4-C209C492003C}" type="presOf" srcId="{7340CBA3-35E5-40DD-A474-446DD08C0FE2}" destId="{3246C288-1304-400D-BA84-CC075BFB3449}" srcOrd="1" destOrd="2" presId="urn:microsoft.com/office/officeart/2005/8/layout/cycle4"/>
    <dgm:cxn modelId="{6D101D9C-CB1A-4189-BFF2-525084425458}" type="presOf" srcId="{2C66970D-DC2A-42C6-BC4F-C95F373CE7D9}" destId="{F4DCF133-BDEB-4F2C-9772-A95848AB4CE6}" srcOrd="0" destOrd="1" presId="urn:microsoft.com/office/officeart/2005/8/layout/cycle4"/>
    <dgm:cxn modelId="{27A4AAA2-0014-4F3D-98E3-3F37AD39EA34}" type="presOf" srcId="{C9818F56-0F08-4582-80FA-EF92D9288E05}" destId="{E721D2EC-ABAB-4E74-9B57-0E82B380B052}" srcOrd="0" destOrd="0" presId="urn:microsoft.com/office/officeart/2005/8/layout/cycle4"/>
    <dgm:cxn modelId="{0B8C48AB-01F4-4E57-9A89-FA3E3D17B993}" srcId="{C9818F56-0F08-4582-80FA-EF92D9288E05}" destId="{18847327-97E2-463F-972D-2A1800F60183}" srcOrd="0" destOrd="0" parTransId="{E0BBE85D-9605-4923-9F8F-DF26C2D333FF}" sibTransId="{F6F8871F-4155-44DD-A0DC-5F2E58C32380}"/>
    <dgm:cxn modelId="{C3BE39AF-D35E-4ABF-9A1C-0461275D9600}" type="presOf" srcId="{7D503CBF-7BAB-480A-B32B-38E263048F32}" destId="{19F36458-F45B-4FAC-B8D2-D086C59F6D11}" srcOrd="1" destOrd="1" presId="urn:microsoft.com/office/officeart/2005/8/layout/cycle4"/>
    <dgm:cxn modelId="{6D8FB9B0-2B57-4975-B3BA-45BE1FF06761}" type="presOf" srcId="{0E182198-76FF-4897-8FEF-C200CA087987}" destId="{470F52AD-9FB1-44DD-A30C-927D4EE797AB}" srcOrd="0" destOrd="0" presId="urn:microsoft.com/office/officeart/2005/8/layout/cycle4"/>
    <dgm:cxn modelId="{D8D139BB-21B4-4D37-B414-9C5C0F454BAA}" srcId="{FC0EC9D7-0ABE-4951-8720-1A01C78A6DDA}" destId="{7340CBA3-35E5-40DD-A474-446DD08C0FE2}" srcOrd="2" destOrd="0" parTransId="{731A1A9F-0299-4895-A734-D5EB0085247D}" sibTransId="{77770A85-6B6B-4852-8D33-71AE5D413214}"/>
    <dgm:cxn modelId="{BE8A29C7-18C5-4260-81BC-B907476140E4}" type="presOf" srcId="{2C66970D-DC2A-42C6-BC4F-C95F373CE7D9}" destId="{0AAE2D7A-6424-4162-A608-E8E8AD691878}" srcOrd="1" destOrd="1" presId="urn:microsoft.com/office/officeart/2005/8/layout/cycle4"/>
    <dgm:cxn modelId="{8F0A5CCD-25D6-4F03-A390-51464A684C94}" type="presOf" srcId="{FC0EC9D7-0ABE-4951-8720-1A01C78A6DDA}" destId="{E22C7D8F-4175-47CA-8EA6-74C15575D99E}" srcOrd="0" destOrd="0" presId="urn:microsoft.com/office/officeart/2005/8/layout/cycle4"/>
    <dgm:cxn modelId="{B023D7D2-D1D5-48C1-89D9-78C04420DFAD}" type="presOf" srcId="{7340CBA3-35E5-40DD-A474-446DD08C0FE2}" destId="{0C790AAC-D9A4-4973-9C03-4D8BBE84563A}" srcOrd="0" destOrd="2" presId="urn:microsoft.com/office/officeart/2005/8/layout/cycle4"/>
    <dgm:cxn modelId="{1C1BE4D7-D609-4B81-8D59-E1FCFAB366DB}" type="presOf" srcId="{1063ED65-D88E-4097-93E9-9E87EF625490}" destId="{4F2612FE-6E73-45B9-A824-B4468E7E8C5D}" srcOrd="0" destOrd="0" presId="urn:microsoft.com/office/officeart/2005/8/layout/cycle4"/>
    <dgm:cxn modelId="{06CD79DC-C5E2-4354-8FE4-4A3C7A51B68B}" srcId="{C9818F56-0F08-4582-80FA-EF92D9288E05}" destId="{7D503CBF-7BAB-480A-B32B-38E263048F32}" srcOrd="1" destOrd="0" parTransId="{318FA1BC-89C2-4B7E-A12E-9AA1D24EC389}" sibTransId="{C3F718FD-A4EE-4B27-B1A9-AE5A3ADFE82D}"/>
    <dgm:cxn modelId="{0725AFDE-98FD-4D12-9678-F121013E5878}" type="presOf" srcId="{031FA1FE-1945-4B56-95F4-4BE37F0CE5DA}" destId="{75C744DE-F651-40CA-B79D-59D67706E7AB}" srcOrd="1" destOrd="1" presId="urn:microsoft.com/office/officeart/2005/8/layout/cycle4"/>
    <dgm:cxn modelId="{40FD8FE4-925E-4F52-B84C-867CF3DAD3EE}" type="presOf" srcId="{18847327-97E2-463F-972D-2A1800F60183}" destId="{19F36458-F45B-4FAC-B8D2-D086C59F6D11}" srcOrd="1" destOrd="0" presId="urn:microsoft.com/office/officeart/2005/8/layout/cycle4"/>
    <dgm:cxn modelId="{89EC92F4-D36D-4E64-87B3-826F7E7DD7A7}" srcId="{FC0EC9D7-0ABE-4951-8720-1A01C78A6DDA}" destId="{D8F93EFF-EF3B-4910-979D-79AFF650FCE0}" srcOrd="1" destOrd="0" parTransId="{A208A2E7-6F94-423D-A182-9E033AD0E643}" sibTransId="{6F65A6B7-2106-44EE-A690-C6197C4999DB}"/>
    <dgm:cxn modelId="{0C119CFC-5B1A-4050-A552-7442636D4E48}" type="presOf" srcId="{18847327-97E2-463F-972D-2A1800F60183}" destId="{6531656A-2722-4B1F-AFDB-55AE9393BE08}" srcOrd="0" destOrd="0" presId="urn:microsoft.com/office/officeart/2005/8/layout/cycle4"/>
    <dgm:cxn modelId="{2E048A3D-57E6-4591-994E-881C70D8FBAA}" type="presParOf" srcId="{470F52AD-9FB1-44DD-A30C-927D4EE797AB}" destId="{4D609D83-E793-4BFB-9C4A-25F4E6974337}" srcOrd="0" destOrd="0" presId="urn:microsoft.com/office/officeart/2005/8/layout/cycle4"/>
    <dgm:cxn modelId="{C50967E7-5B54-4717-B5DA-AD1BBC137A46}" type="presParOf" srcId="{4D609D83-E793-4BFB-9C4A-25F4E6974337}" destId="{DEC38B1D-FF62-4D19-9B45-BF54F1659AC3}" srcOrd="0" destOrd="0" presId="urn:microsoft.com/office/officeart/2005/8/layout/cycle4"/>
    <dgm:cxn modelId="{DB79EA94-7372-4688-9BFF-3097326326F2}" type="presParOf" srcId="{DEC38B1D-FF62-4D19-9B45-BF54F1659AC3}" destId="{0C790AAC-D9A4-4973-9C03-4D8BBE84563A}" srcOrd="0" destOrd="0" presId="urn:microsoft.com/office/officeart/2005/8/layout/cycle4"/>
    <dgm:cxn modelId="{1E20A2A5-8511-4B80-833E-0F63F8792EA4}" type="presParOf" srcId="{DEC38B1D-FF62-4D19-9B45-BF54F1659AC3}" destId="{3246C288-1304-400D-BA84-CC075BFB3449}" srcOrd="1" destOrd="0" presId="urn:microsoft.com/office/officeart/2005/8/layout/cycle4"/>
    <dgm:cxn modelId="{DB356D7D-A1B3-4B62-AC92-E89590B2F768}" type="presParOf" srcId="{4D609D83-E793-4BFB-9C4A-25F4E6974337}" destId="{FF42CDD1-2316-4DF1-B983-6789DA7C3DB7}" srcOrd="1" destOrd="0" presId="urn:microsoft.com/office/officeart/2005/8/layout/cycle4"/>
    <dgm:cxn modelId="{0E4DC83B-5124-4E52-9876-E7CB9C200434}" type="presParOf" srcId="{FF42CDD1-2316-4DF1-B983-6789DA7C3DB7}" destId="{F4DCF133-BDEB-4F2C-9772-A95848AB4CE6}" srcOrd="0" destOrd="0" presId="urn:microsoft.com/office/officeart/2005/8/layout/cycle4"/>
    <dgm:cxn modelId="{A82B9DD8-E5C2-4BFD-A572-46F0A799B4D9}" type="presParOf" srcId="{FF42CDD1-2316-4DF1-B983-6789DA7C3DB7}" destId="{0AAE2D7A-6424-4162-A608-E8E8AD691878}" srcOrd="1" destOrd="0" presId="urn:microsoft.com/office/officeart/2005/8/layout/cycle4"/>
    <dgm:cxn modelId="{0F86D4A6-50B3-4E08-B65A-D4EEEE180A1F}" type="presParOf" srcId="{4D609D83-E793-4BFB-9C4A-25F4E6974337}" destId="{3F95ED34-2C33-40B5-A0C5-A40F1F2BE2B2}" srcOrd="2" destOrd="0" presId="urn:microsoft.com/office/officeart/2005/8/layout/cycle4"/>
    <dgm:cxn modelId="{76B842E2-15AF-4FC4-8770-02671CF7ABF6}" type="presParOf" srcId="{3F95ED34-2C33-40B5-A0C5-A40F1F2BE2B2}" destId="{6531656A-2722-4B1F-AFDB-55AE9393BE08}" srcOrd="0" destOrd="0" presId="urn:microsoft.com/office/officeart/2005/8/layout/cycle4"/>
    <dgm:cxn modelId="{C78BDDBB-D09F-4C89-AF56-28138A262165}" type="presParOf" srcId="{3F95ED34-2C33-40B5-A0C5-A40F1F2BE2B2}" destId="{19F36458-F45B-4FAC-B8D2-D086C59F6D11}" srcOrd="1" destOrd="0" presId="urn:microsoft.com/office/officeart/2005/8/layout/cycle4"/>
    <dgm:cxn modelId="{9A966FD2-3D12-4B6D-B84B-922AB0D80DB9}" type="presParOf" srcId="{4D609D83-E793-4BFB-9C4A-25F4E6974337}" destId="{0DCBBEFD-9A31-4F4A-8F72-531FE828D7C8}" srcOrd="3" destOrd="0" presId="urn:microsoft.com/office/officeart/2005/8/layout/cycle4"/>
    <dgm:cxn modelId="{E1BA7F0D-08C1-493B-A903-2CA405C20492}" type="presParOf" srcId="{0DCBBEFD-9A31-4F4A-8F72-531FE828D7C8}" destId="{CCB08A15-4252-4275-AF68-07024E2E531F}" srcOrd="0" destOrd="0" presId="urn:microsoft.com/office/officeart/2005/8/layout/cycle4"/>
    <dgm:cxn modelId="{836DD2AF-B5EC-4EC5-B672-4BF5C1F8992D}" type="presParOf" srcId="{0DCBBEFD-9A31-4F4A-8F72-531FE828D7C8}" destId="{75C744DE-F651-40CA-B79D-59D67706E7AB}" srcOrd="1" destOrd="0" presId="urn:microsoft.com/office/officeart/2005/8/layout/cycle4"/>
    <dgm:cxn modelId="{C426946E-9F5F-4479-ABC5-1AD8226F1227}" type="presParOf" srcId="{4D609D83-E793-4BFB-9C4A-25F4E6974337}" destId="{8EEB146B-3CA8-48E4-9DBC-8A8C9A4305FB}" srcOrd="4" destOrd="0" presId="urn:microsoft.com/office/officeart/2005/8/layout/cycle4"/>
    <dgm:cxn modelId="{5A900E72-2883-48E4-A58A-8582D2175514}" type="presParOf" srcId="{470F52AD-9FB1-44DD-A30C-927D4EE797AB}" destId="{5030EB74-E665-4021-B506-6442C85AB0F1}" srcOrd="1" destOrd="0" presId="urn:microsoft.com/office/officeart/2005/8/layout/cycle4"/>
    <dgm:cxn modelId="{99BE4F09-5257-4D3C-8707-1D0146012EE3}" type="presParOf" srcId="{5030EB74-E665-4021-B506-6442C85AB0F1}" destId="{E22C7D8F-4175-47CA-8EA6-74C15575D99E}" srcOrd="0" destOrd="0" presId="urn:microsoft.com/office/officeart/2005/8/layout/cycle4"/>
    <dgm:cxn modelId="{34C3462B-92CE-4901-9EC1-D257AC217E90}" type="presParOf" srcId="{5030EB74-E665-4021-B506-6442C85AB0F1}" destId="{34BEC144-40D4-4017-863B-52BF0AB45C49}" srcOrd="1" destOrd="0" presId="urn:microsoft.com/office/officeart/2005/8/layout/cycle4"/>
    <dgm:cxn modelId="{26E94848-3B1D-4306-BBCC-98B924BB2414}" type="presParOf" srcId="{5030EB74-E665-4021-B506-6442C85AB0F1}" destId="{E721D2EC-ABAB-4E74-9B57-0E82B380B052}" srcOrd="2" destOrd="0" presId="urn:microsoft.com/office/officeart/2005/8/layout/cycle4"/>
    <dgm:cxn modelId="{EBBE05AA-9D81-453E-A585-BBCC5C5F30A8}" type="presParOf" srcId="{5030EB74-E665-4021-B506-6442C85AB0F1}" destId="{4F2612FE-6E73-45B9-A824-B4468E7E8C5D}" srcOrd="3" destOrd="0" presId="urn:microsoft.com/office/officeart/2005/8/layout/cycle4"/>
    <dgm:cxn modelId="{7A8692F9-8364-4E9A-B007-CD30D8BD1975}" type="presParOf" srcId="{5030EB74-E665-4021-B506-6442C85AB0F1}" destId="{DDB13D62-22F6-478C-8B62-CA1725ACD3F8}" srcOrd="4" destOrd="0" presId="urn:microsoft.com/office/officeart/2005/8/layout/cycle4"/>
    <dgm:cxn modelId="{05671C9C-3C4D-440D-8369-9A4E9D10B4E4}" type="presParOf" srcId="{470F52AD-9FB1-44DD-A30C-927D4EE797AB}" destId="{0A737C3D-FD9D-4CDE-8BEB-4FA081CCE4C0}" srcOrd="2" destOrd="0" presId="urn:microsoft.com/office/officeart/2005/8/layout/cycle4"/>
    <dgm:cxn modelId="{AE61F251-E922-45A3-877F-7C4527D60C77}" type="presParOf" srcId="{470F52AD-9FB1-44DD-A30C-927D4EE797AB}" destId="{B999DCEA-6D48-4353-BC49-77520280E8E6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81707-F9D7-4056-8239-D4BDD928341D}">
      <dsp:nvSpPr>
        <dsp:cNvPr id="0" name=""/>
        <dsp:cNvSpPr/>
      </dsp:nvSpPr>
      <dsp:spPr>
        <a:xfrm rot="5400000">
          <a:off x="1675743" y="1007631"/>
          <a:ext cx="876926" cy="99835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4D44F3-E5E4-4D10-9948-27636F6DBF48}">
      <dsp:nvSpPr>
        <dsp:cNvPr id="0" name=""/>
        <dsp:cNvSpPr/>
      </dsp:nvSpPr>
      <dsp:spPr>
        <a:xfrm>
          <a:off x="1443411" y="35540"/>
          <a:ext cx="1476228" cy="103331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Exigences</a:t>
          </a:r>
        </a:p>
      </dsp:txBody>
      <dsp:txXfrm>
        <a:off x="1493862" y="85991"/>
        <a:ext cx="1375326" cy="932410"/>
      </dsp:txXfrm>
    </dsp:sp>
    <dsp:sp modelId="{F84DB2B2-3046-42F7-AF70-8E0DA1863937}">
      <dsp:nvSpPr>
        <dsp:cNvPr id="0" name=""/>
        <dsp:cNvSpPr/>
      </dsp:nvSpPr>
      <dsp:spPr>
        <a:xfrm>
          <a:off x="2919639" y="134090"/>
          <a:ext cx="1073667" cy="835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75DCF8-C70C-42C1-BFAE-7EC23B6B42B6}">
      <dsp:nvSpPr>
        <dsp:cNvPr id="0" name=""/>
        <dsp:cNvSpPr/>
      </dsp:nvSpPr>
      <dsp:spPr>
        <a:xfrm rot="5400000">
          <a:off x="2899693" y="2168382"/>
          <a:ext cx="876926" cy="99835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1FE03-1ECF-4B20-A953-5EBD088E5921}">
      <dsp:nvSpPr>
        <dsp:cNvPr id="0" name=""/>
        <dsp:cNvSpPr/>
      </dsp:nvSpPr>
      <dsp:spPr>
        <a:xfrm>
          <a:off x="2667361" y="1196291"/>
          <a:ext cx="1476228" cy="103331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Conception</a:t>
          </a:r>
        </a:p>
      </dsp:txBody>
      <dsp:txXfrm>
        <a:off x="2717812" y="1246742"/>
        <a:ext cx="1375326" cy="932410"/>
      </dsp:txXfrm>
    </dsp:sp>
    <dsp:sp modelId="{2EA4F96E-F81D-479D-80A4-7E2FC51F58EF}">
      <dsp:nvSpPr>
        <dsp:cNvPr id="0" name=""/>
        <dsp:cNvSpPr/>
      </dsp:nvSpPr>
      <dsp:spPr>
        <a:xfrm>
          <a:off x="4143589" y="1294840"/>
          <a:ext cx="1073667" cy="835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990404-D91F-4143-9D9F-1DF796FA0493}">
      <dsp:nvSpPr>
        <dsp:cNvPr id="0" name=""/>
        <dsp:cNvSpPr/>
      </dsp:nvSpPr>
      <dsp:spPr>
        <a:xfrm rot="5400000">
          <a:off x="4123644" y="3329132"/>
          <a:ext cx="876926" cy="99835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1F1C4-8115-420A-B634-037421F1F8F9}">
      <dsp:nvSpPr>
        <dsp:cNvPr id="0" name=""/>
        <dsp:cNvSpPr/>
      </dsp:nvSpPr>
      <dsp:spPr>
        <a:xfrm>
          <a:off x="3891311" y="2357041"/>
          <a:ext cx="1476228" cy="103331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Implémentation</a:t>
          </a:r>
        </a:p>
      </dsp:txBody>
      <dsp:txXfrm>
        <a:off x="3941762" y="2407492"/>
        <a:ext cx="1375326" cy="932410"/>
      </dsp:txXfrm>
    </dsp:sp>
    <dsp:sp modelId="{778C5CAC-26B7-45AE-9C7D-61AA7EB98879}">
      <dsp:nvSpPr>
        <dsp:cNvPr id="0" name=""/>
        <dsp:cNvSpPr/>
      </dsp:nvSpPr>
      <dsp:spPr>
        <a:xfrm>
          <a:off x="5367540" y="2455591"/>
          <a:ext cx="1073667" cy="835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3763DF-D6DA-4C65-96A8-2A11C95180CF}">
      <dsp:nvSpPr>
        <dsp:cNvPr id="0" name=""/>
        <dsp:cNvSpPr/>
      </dsp:nvSpPr>
      <dsp:spPr>
        <a:xfrm rot="5400000">
          <a:off x="5347594" y="4489882"/>
          <a:ext cx="876926" cy="99835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B04ADF-A5F8-4D67-B9E8-354F6267E93F}">
      <dsp:nvSpPr>
        <dsp:cNvPr id="0" name=""/>
        <dsp:cNvSpPr/>
      </dsp:nvSpPr>
      <dsp:spPr>
        <a:xfrm>
          <a:off x="5115262" y="3517791"/>
          <a:ext cx="1476228" cy="103331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Tests</a:t>
          </a:r>
        </a:p>
      </dsp:txBody>
      <dsp:txXfrm>
        <a:off x="5165713" y="3568242"/>
        <a:ext cx="1375326" cy="932410"/>
      </dsp:txXfrm>
    </dsp:sp>
    <dsp:sp modelId="{CDCEA710-E326-4C25-9D22-0D1CE875B6B2}">
      <dsp:nvSpPr>
        <dsp:cNvPr id="0" name=""/>
        <dsp:cNvSpPr/>
      </dsp:nvSpPr>
      <dsp:spPr>
        <a:xfrm>
          <a:off x="6591490" y="3616341"/>
          <a:ext cx="1073667" cy="835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F8EC2B-8E96-4E22-9A81-7ABA1139FDF8}">
      <dsp:nvSpPr>
        <dsp:cNvPr id="0" name=""/>
        <dsp:cNvSpPr/>
      </dsp:nvSpPr>
      <dsp:spPr>
        <a:xfrm>
          <a:off x="6339212" y="4678542"/>
          <a:ext cx="1476228" cy="103331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Maintenance</a:t>
          </a:r>
        </a:p>
      </dsp:txBody>
      <dsp:txXfrm>
        <a:off x="6389663" y="4728993"/>
        <a:ext cx="1375326" cy="9324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31656A-2722-4B1F-AFDB-55AE9393BE08}">
      <dsp:nvSpPr>
        <dsp:cNvPr id="0" name=""/>
        <dsp:cNvSpPr/>
      </dsp:nvSpPr>
      <dsp:spPr>
        <a:xfrm>
          <a:off x="4909312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Résultat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Mitigation des risques</a:t>
          </a:r>
        </a:p>
      </dsp:txBody>
      <dsp:txXfrm>
        <a:off x="5750448" y="4156276"/>
        <a:ext cx="1797595" cy="1224300"/>
      </dsp:txXfrm>
    </dsp:sp>
    <dsp:sp modelId="{CCB08A15-4252-4275-AF68-07024E2E531F}">
      <dsp:nvSpPr>
        <dsp:cNvPr id="0" name=""/>
        <dsp:cNvSpPr/>
      </dsp:nvSpPr>
      <dsp:spPr>
        <a:xfrm>
          <a:off x="541866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Analyser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Améliorer</a:t>
          </a:r>
        </a:p>
      </dsp:txBody>
      <dsp:txXfrm>
        <a:off x="579956" y="4156276"/>
        <a:ext cx="1797595" cy="1224300"/>
      </dsp:txXfrm>
    </dsp:sp>
    <dsp:sp modelId="{F4DCF133-BDEB-4F2C-9772-A95848AB4CE6}">
      <dsp:nvSpPr>
        <dsp:cNvPr id="0" name=""/>
        <dsp:cNvSpPr/>
      </dsp:nvSpPr>
      <dsp:spPr>
        <a:xfrm>
          <a:off x="4909312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Activités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Process</a:t>
          </a:r>
        </a:p>
      </dsp:txBody>
      <dsp:txXfrm>
        <a:off x="5750448" y="38090"/>
        <a:ext cx="1797595" cy="1224300"/>
      </dsp:txXfrm>
    </dsp:sp>
    <dsp:sp modelId="{0C790AAC-D9A4-4973-9C03-4D8BBE84563A}">
      <dsp:nvSpPr>
        <dsp:cNvPr id="0" name=""/>
        <dsp:cNvSpPr/>
      </dsp:nvSpPr>
      <dsp:spPr>
        <a:xfrm>
          <a:off x="541866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Objectifs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/>
            <a:t>Risques</a:t>
          </a:r>
          <a:endParaRPr lang="fr-FR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Ressources</a:t>
          </a:r>
        </a:p>
      </dsp:txBody>
      <dsp:txXfrm>
        <a:off x="579956" y="38090"/>
        <a:ext cx="1797595" cy="1224300"/>
      </dsp:txXfrm>
    </dsp:sp>
    <dsp:sp modelId="{E22C7D8F-4175-47CA-8EA6-74C15575D99E}">
      <dsp:nvSpPr>
        <dsp:cNvPr id="0" name=""/>
        <dsp:cNvSpPr/>
      </dsp:nvSpPr>
      <dsp:spPr>
        <a:xfrm>
          <a:off x="1663530" y="308864"/>
          <a:ext cx="2346282" cy="234628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 dirty="0"/>
            <a:t>PLAN</a:t>
          </a:r>
        </a:p>
      </dsp:txBody>
      <dsp:txXfrm>
        <a:off x="2350740" y="996074"/>
        <a:ext cx="1659072" cy="1659072"/>
      </dsp:txXfrm>
    </dsp:sp>
    <dsp:sp modelId="{34BEC144-40D4-4017-863B-52BF0AB45C49}">
      <dsp:nvSpPr>
        <dsp:cNvPr id="0" name=""/>
        <dsp:cNvSpPr/>
      </dsp:nvSpPr>
      <dsp:spPr>
        <a:xfrm rot="5400000">
          <a:off x="4118186" y="308864"/>
          <a:ext cx="2346282" cy="234628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 dirty="0"/>
            <a:t>DO</a:t>
          </a:r>
        </a:p>
      </dsp:txBody>
      <dsp:txXfrm rot="-5400000">
        <a:off x="4118186" y="996074"/>
        <a:ext cx="1659072" cy="1659072"/>
      </dsp:txXfrm>
    </dsp:sp>
    <dsp:sp modelId="{E721D2EC-ABAB-4E74-9B57-0E82B380B052}">
      <dsp:nvSpPr>
        <dsp:cNvPr id="0" name=""/>
        <dsp:cNvSpPr/>
      </dsp:nvSpPr>
      <dsp:spPr>
        <a:xfrm rot="10800000">
          <a:off x="4118186" y="2763520"/>
          <a:ext cx="2346282" cy="234628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 dirty="0"/>
            <a:t>CHECK</a:t>
          </a:r>
        </a:p>
      </dsp:txBody>
      <dsp:txXfrm rot="10800000">
        <a:off x="4118186" y="2763520"/>
        <a:ext cx="1659072" cy="1659072"/>
      </dsp:txXfrm>
    </dsp:sp>
    <dsp:sp modelId="{4F2612FE-6E73-45B9-A824-B4468E7E8C5D}">
      <dsp:nvSpPr>
        <dsp:cNvPr id="0" name=""/>
        <dsp:cNvSpPr/>
      </dsp:nvSpPr>
      <dsp:spPr>
        <a:xfrm rot="16200000">
          <a:off x="1663530" y="2763520"/>
          <a:ext cx="2346282" cy="2346282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 dirty="0"/>
            <a:t>ACT</a:t>
          </a:r>
        </a:p>
      </dsp:txBody>
      <dsp:txXfrm rot="5400000">
        <a:off x="2350740" y="2763520"/>
        <a:ext cx="1659072" cy="1659072"/>
      </dsp:txXfrm>
    </dsp:sp>
    <dsp:sp modelId="{0A737C3D-FD9D-4CDE-8BEB-4FA081CCE4C0}">
      <dsp:nvSpPr>
        <dsp:cNvPr id="0" name=""/>
        <dsp:cNvSpPr/>
      </dsp:nvSpPr>
      <dsp:spPr>
        <a:xfrm>
          <a:off x="3658954" y="2221653"/>
          <a:ext cx="810090" cy="704426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99DCEA-6D48-4353-BC49-77520280E8E6}">
      <dsp:nvSpPr>
        <dsp:cNvPr id="0" name=""/>
        <dsp:cNvSpPr/>
      </dsp:nvSpPr>
      <dsp:spPr>
        <a:xfrm rot="10800000">
          <a:off x="3658954" y="2492586"/>
          <a:ext cx="810090" cy="704426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9C8B2-563D-4B86-8810-7A70C5EB458D}" type="datetimeFigureOut">
              <a:rPr lang="fr-FR" smtClean="0"/>
              <a:t>05/07/2022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986FB-CE7B-4524-B039-5F61198D35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196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508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986FB-CE7B-4524-B039-5F61198D35B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4963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102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5073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733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609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986FB-CE7B-4524-B039-5F61198D35B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6951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986FB-CE7B-4524-B039-5F61198D35B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995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835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056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195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7714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102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8575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89547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7112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5781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25867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0673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34912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03844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8093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89592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80032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0A5E5-EB8C-4B4B-BF2F-2EB5BD00CD66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4694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F47C-4F49-49F8-9C42-DE0FAA95C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58EE2-56D1-413B-A2BC-5CCCC0DDD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A3794-88A6-41D0-A065-8691CD59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05/07/2022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2AD68-29F0-4103-AB81-705C68FD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5963F-F544-4338-A3C0-19B02198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035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F230-40ED-4AEC-B4A7-BCC9E10E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1B84-F3D8-4C24-BCC6-35C4D778F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9B91B-34CB-4B2B-ACE1-B9103B58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05/07/2022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48DA9-2E84-454C-B4CB-D5CD6D01D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57CFB-3CE0-4A17-9F43-97DBB1C1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901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4106-A0AC-49AA-A5B2-AA1E94390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0556F-50E9-46C1-85A6-75F3FF015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2119-DB4E-4F0A-B31F-C639EC10B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05/07/2022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344F0-5EB9-45CF-B3AE-4136B698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A8AA9-1C11-4B38-98EB-BE0BD07C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77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BC2F-4B47-4003-AEB8-93F284CB2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2AA17-9897-4E83-9320-774E39405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34AE3-8DF7-49C0-AB22-AF7AD7F27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4D548-4E1C-49EA-AE49-546A569B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05/07/2022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A985F-3874-4E1F-8BDC-A0BE9E90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1CB89-5C26-4741-B019-926066D6A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315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6E3D8-4E0F-4BF8-A217-53E3BFD8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24339-8E55-4EC4-AA88-97EA117FB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4587-E1F7-4BED-A562-CFF4471AF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C3F72E-4BEE-424D-9187-B9E12CBD0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8EAAC-0EA9-4AB0-90BD-D5A6E5F11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74A913-BE82-4B21-9379-A22B7F45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05/07/2022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DDF37-A39F-447D-B9DC-BEB35D9A5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73E685-2551-44D9-85A6-CF0D9464E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51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D5589-CDDB-4F15-9899-58A2F3876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3E3416-F461-48EB-B7B5-F3622440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05/07/2022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85A77-B3D6-4E74-9B59-0B35E57B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4366A-844A-4ADC-97F0-DDA062D6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154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15D7E-2A33-41BF-AE56-64518429D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05/07/2022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FD19B-C4FE-4158-9DD8-A36606251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A8F5F-4D3B-4D8C-897D-D720B6443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98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0A4A9-CDE3-4A74-8733-ADB65A69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BF1BC-F109-4376-8CD2-126C978C7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ECF4AF-9BBD-4579-B3E7-7C78F49FC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431B2-1FD6-473A-8128-5EE62F69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05/07/2022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E8DB1-57A3-4726-BBBD-BA11DA20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F88ED-38BE-46BE-A8FD-E3BE3ADF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11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4C590-386D-4065-BE6D-A7BE7DBF9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D2CFA4-04E8-4EE4-AE9E-00671A938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B8B1E-C6C5-491E-9C87-A18E1A96F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2A70E-F0A2-4150-B766-968DC889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05/07/2022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15154-33A5-40A9-B1ED-463E52342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E68F1-590F-4F38-BDD7-1D0B9FAD4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89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1F8E3-6F63-40D8-BFD0-E8848ABA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94DFF-158A-4165-87AC-1E3F939D7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608E2-B5FF-4157-84B4-FC7F9198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05/07/2022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92CAE-56AE-4592-AAB3-3E4BAF33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B7430-4F00-4D65-A4CF-6BA6DD1A0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82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16AEB0-9FE5-4B61-BC60-F69C40174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89088-5337-4BEA-85FC-9B0059EAF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51EE8-16A6-4369-936B-9472F502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C3B2-E476-48C7-91D7-0AAD39A8F303}" type="datetimeFigureOut">
              <a:rPr lang="fr-FR" smtClean="0"/>
              <a:t>05/07/2022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2DF00-1E38-4D2D-A574-868A86532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5D5F9-B62F-476A-AEC5-05CA8B43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986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D567AF-9C6A-4710-80CC-67ED07D1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DC619-68ED-45AC-8B74-CBDBF6FF5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64DE3-739C-447A-B730-66AEBC7D3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FC3B2-E476-48C7-91D7-0AAD39A8F303}" type="datetimeFigureOut">
              <a:rPr lang="fr-FR" smtClean="0"/>
              <a:t>05/07/2022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5D0DD-847B-496C-A162-61F695F7E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D5572-667A-4458-AE01-F69B0C2A8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EF88F-B941-417C-A31E-8F7C4E3B7A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5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1364974" y="2771826"/>
            <a:ext cx="946205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4400" b="1" dirty="0">
                <a:solidFill>
                  <a:srgbClr val="20DDA6"/>
                </a:solidFill>
                <a:latin typeface="Calibri" charset="0"/>
              </a:rPr>
              <a:t>A QUOI SERT LA </a:t>
            </a:r>
          </a:p>
          <a:p>
            <a:pPr algn="ctr"/>
            <a:r>
              <a:rPr lang="de-DE" altLang="fr-FR" sz="4400" b="1" dirty="0">
                <a:solidFill>
                  <a:srgbClr val="20DDA6"/>
                </a:solidFill>
                <a:latin typeface="Calibri" charset="0"/>
              </a:rPr>
              <a:t>COLLABORATION ?</a:t>
            </a:r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359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Dans son sens commun, la collaboration est un processus par lequel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deux ou plusieurs personnes ou organisations s'associent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pour effectuer un travail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318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4" descr="[webp-to-png output image]">
            <a:extLst>
              <a:ext uri="{FF2B5EF4-FFF2-40B4-BE49-F238E27FC236}">
                <a16:creationId xmlns:a16="http://schemas.microsoft.com/office/drawing/2014/main" id="{F7719406-DA57-4A20-8DEA-E0E0D8771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274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72F531EA-67EB-CD81-093C-5DC4C50CA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7990" y="710588"/>
            <a:ext cx="2644513" cy="160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ATELIER : Comment feriez-vous pour collaborer pour mener à bien un projet ?</a:t>
            </a:r>
          </a:p>
        </p:txBody>
      </p:sp>
    </p:spTree>
    <p:extLst>
      <p:ext uri="{BB962C8B-B14F-4D97-AF65-F5344CB8AC3E}">
        <p14:creationId xmlns:p14="http://schemas.microsoft.com/office/powerpoint/2010/main" val="417471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DBBA82F-A730-4B01-9E29-6CF5B550F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243" y="350501"/>
            <a:ext cx="8209329" cy="615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4772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B1C09881-AE31-489D-BB21-33BAB4916360}"/>
              </a:ext>
            </a:extLst>
          </p:cNvPr>
          <p:cNvSpPr txBox="1"/>
          <p:nvPr/>
        </p:nvSpPr>
        <p:spPr>
          <a:xfrm>
            <a:off x="1364974" y="2865771"/>
            <a:ext cx="9462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Communiquer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sur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l‘organisation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du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projet</a:t>
            </a:r>
            <a:endParaRPr lang="de-DE" altLang="fr-FR" sz="3200" dirty="0">
              <a:solidFill>
                <a:srgbClr val="20DDA6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452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72F531EA-67EB-CD81-093C-5DC4C50CA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7990" y="710588"/>
            <a:ext cx="2644513" cy="160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ATELIER : quelles sont les concepts clés pour une bonne collaboration dans une conduite de changement ?</a:t>
            </a:r>
          </a:p>
        </p:txBody>
      </p:sp>
    </p:spTree>
    <p:extLst>
      <p:ext uri="{BB962C8B-B14F-4D97-AF65-F5344CB8AC3E}">
        <p14:creationId xmlns:p14="http://schemas.microsoft.com/office/powerpoint/2010/main" val="286676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8B9A6FC-C86B-4AE5-9ECA-3F3F42564700}"/>
              </a:ext>
            </a:extLst>
          </p:cNvPr>
          <p:cNvSpPr/>
          <p:nvPr/>
        </p:nvSpPr>
        <p:spPr>
          <a:xfrm>
            <a:off x="2693657" y="299271"/>
            <a:ext cx="81806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Nous retenons les concepts principaux dans la collaboration d’un projet informatique :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Organisation des équipes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Planification et contrôle Analyse et conception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Evaluation des risques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Tests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Gestion des incidents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Bilan, amélioration et mutualisation</a:t>
            </a:r>
          </a:p>
        </p:txBody>
      </p:sp>
    </p:spTree>
    <p:extLst>
      <p:ext uri="{BB962C8B-B14F-4D97-AF65-F5344CB8AC3E}">
        <p14:creationId xmlns:p14="http://schemas.microsoft.com/office/powerpoint/2010/main" val="4285618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B1C09881-AE31-489D-BB21-33BAB4916360}"/>
              </a:ext>
            </a:extLst>
          </p:cNvPr>
          <p:cNvSpPr txBox="1"/>
          <p:nvPr/>
        </p:nvSpPr>
        <p:spPr>
          <a:xfrm>
            <a:off x="1364974" y="2865771"/>
            <a:ext cx="9462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Mettre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en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place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un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processus</a:t>
            </a:r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 de </a:t>
            </a:r>
            <a:r>
              <a:rPr lang="de-DE" altLang="fr-FR" sz="3200" dirty="0" err="1">
                <a:solidFill>
                  <a:srgbClr val="20DDA6"/>
                </a:solidFill>
                <a:latin typeface="Calibri" charset="0"/>
              </a:rPr>
              <a:t>développement</a:t>
            </a:r>
            <a:endParaRPr lang="de-DE" altLang="fr-FR" sz="3200" dirty="0">
              <a:solidFill>
                <a:srgbClr val="20DDA6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26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87FD26-628A-40ED-B29A-D383E8676854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4" descr="[webp-to-png output image]">
            <a:extLst>
              <a:ext uri="{FF2B5EF4-FFF2-40B4-BE49-F238E27FC236}">
                <a16:creationId xmlns:a16="http://schemas.microsoft.com/office/drawing/2014/main" id="{F7719406-DA57-4A20-8DEA-E0E0D8771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33">
            <a:extLst>
              <a:ext uri="{FF2B5EF4-FFF2-40B4-BE49-F238E27FC236}">
                <a16:creationId xmlns:a16="http://schemas.microsoft.com/office/drawing/2014/main" id="{063B6E03-6674-4377-B6FE-87876EB30CD7}"/>
              </a:ext>
            </a:extLst>
          </p:cNvPr>
          <p:cNvSpPr txBox="1"/>
          <p:nvPr/>
        </p:nvSpPr>
        <p:spPr>
          <a:xfrm>
            <a:off x="2963594" y="2194770"/>
            <a:ext cx="743691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fr-FR" sz="3200" b="1" dirty="0">
                <a:solidFill>
                  <a:srgbClr val="20DDA6"/>
                </a:solidFill>
                <a:latin typeface="Candara Light" panose="020E0502030303020204" pitchFamily="34" charset="0"/>
              </a:rPr>
              <a:t>SDLC</a:t>
            </a:r>
          </a:p>
          <a:p>
            <a:pPr marL="914400" indent="-914400">
              <a:buFont typeface="+mj-lt"/>
              <a:buAutoNum type="arabicPeriod"/>
            </a:pPr>
            <a:r>
              <a:rPr lang="fr-FR" sz="3200" b="1" dirty="0">
                <a:solidFill>
                  <a:srgbClr val="20DDA6"/>
                </a:solidFill>
                <a:latin typeface="Candara Light" panose="020E0502030303020204" pitchFamily="34" charset="0"/>
              </a:rPr>
              <a:t>Lean </a:t>
            </a:r>
            <a:r>
              <a:rPr lang="fr-FR" sz="3200" b="1" dirty="0" err="1">
                <a:solidFill>
                  <a:srgbClr val="20DDA6"/>
                </a:solidFill>
                <a:latin typeface="Candara Light" panose="020E0502030303020204" pitchFamily="34" charset="0"/>
              </a:rPr>
              <a:t>methodoloy</a:t>
            </a:r>
            <a:endParaRPr lang="fr-FR" sz="3200" b="1" dirty="0">
              <a:solidFill>
                <a:srgbClr val="20DDA6"/>
              </a:solidFill>
              <a:latin typeface="Candara Light" panose="020E0502030303020204" pitchFamily="34" charset="0"/>
            </a:endParaRPr>
          </a:p>
          <a:p>
            <a:pPr marL="914400" indent="-914400">
              <a:buFont typeface="+mj-lt"/>
              <a:buAutoNum type="arabicPeriod"/>
            </a:pPr>
            <a:r>
              <a:rPr lang="fr-FR" sz="3200" b="1" dirty="0">
                <a:solidFill>
                  <a:srgbClr val="20DDA6"/>
                </a:solidFill>
                <a:latin typeface="Candara Light" panose="020E0502030303020204" pitchFamily="34" charset="0"/>
              </a:rPr>
              <a:t>Scrum</a:t>
            </a:r>
          </a:p>
          <a:p>
            <a:pPr marL="914400" indent="-914400">
              <a:buFont typeface="+mj-lt"/>
              <a:buAutoNum type="arabicPeriod"/>
            </a:pPr>
            <a:r>
              <a:rPr lang="fr-FR" sz="3200" b="1" dirty="0">
                <a:solidFill>
                  <a:srgbClr val="20DDA6"/>
                </a:solidFill>
                <a:latin typeface="Candara Light" panose="020E0502030303020204" pitchFamily="34" charset="0"/>
              </a:rPr>
              <a:t>KPI</a:t>
            </a:r>
          </a:p>
        </p:txBody>
      </p:sp>
    </p:spTree>
    <p:extLst>
      <p:ext uri="{BB962C8B-B14F-4D97-AF65-F5344CB8AC3E}">
        <p14:creationId xmlns:p14="http://schemas.microsoft.com/office/powerpoint/2010/main" val="3953656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2">
            <a:extLst>
              <a:ext uri="{FF2B5EF4-FFF2-40B4-BE49-F238E27FC236}">
                <a16:creationId xmlns:a16="http://schemas.microsoft.com/office/drawing/2014/main" id="{AECDC928-0C34-425E-9F8A-0C0BE651F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2405" y="1232456"/>
            <a:ext cx="5087189" cy="4114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F4ADFE-54EA-48C9-8BB6-C42888BA3DB5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Picture 4" descr="[webp-to-png output image]">
            <a:extLst>
              <a:ext uri="{FF2B5EF4-FFF2-40B4-BE49-F238E27FC236}">
                <a16:creationId xmlns:a16="http://schemas.microsoft.com/office/drawing/2014/main" id="{302BD6CD-4CBF-472D-9266-8FBDE9EBD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9254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826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1364974" y="2771826"/>
            <a:ext cx="946205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4400" b="1" dirty="0">
                <a:solidFill>
                  <a:srgbClr val="20DDA6"/>
                </a:solidFill>
                <a:latin typeface="Calibri" charset="0"/>
              </a:rPr>
              <a:t>SDLC</a:t>
            </a:r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050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Il existe différents types de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cycles de développement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entrant dans la réalisation d'un logiciel. Ces cycles prennent en compte toutes les étapes de la conception d'un logiciel.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Ce cycle de développement est aussi utilisé dans l'industrie aéronautique et spatiale pour définir des systèmes, ou des sous systèmes embarqués ou au sol qu'ils incluent ou pas de l'informatique.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2391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72F531EA-67EB-CD81-093C-5DC4C50CA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7990" y="710588"/>
            <a:ext cx="2644513" cy="160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Quelles sont les différents SDLC que vous connaissez ?</a:t>
            </a:r>
          </a:p>
        </p:txBody>
      </p:sp>
    </p:spTree>
    <p:extLst>
      <p:ext uri="{BB962C8B-B14F-4D97-AF65-F5344CB8AC3E}">
        <p14:creationId xmlns:p14="http://schemas.microsoft.com/office/powerpoint/2010/main" val="1470269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Des exemples connues sont :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Le </a:t>
            </a:r>
            <a:r>
              <a:rPr lang="fr-FR" sz="3200" dirty="0" err="1">
                <a:solidFill>
                  <a:srgbClr val="20DDA6"/>
                </a:solidFill>
                <a:latin typeface="Candara Light" panose="020E0502030303020204" pitchFamily="34" charset="0"/>
              </a:rPr>
              <a:t>waterfall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Le cycle en 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Le cycle itératif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152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72F531EA-67EB-CD81-093C-5DC4C50CA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7990" y="710588"/>
            <a:ext cx="2644513" cy="160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Qu’est-ce que le </a:t>
            </a:r>
            <a:r>
              <a:rPr lang="fr-FR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Waterfall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571516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B1C09881-AE31-489D-BB21-33BAB4916360}"/>
              </a:ext>
            </a:extLst>
          </p:cNvPr>
          <p:cNvSpPr txBox="1"/>
          <p:nvPr/>
        </p:nvSpPr>
        <p:spPr>
          <a:xfrm>
            <a:off x="1364974" y="2865771"/>
            <a:ext cx="9462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LE WATERFALL</a:t>
            </a:r>
          </a:p>
        </p:txBody>
      </p:sp>
    </p:spTree>
    <p:extLst>
      <p:ext uri="{BB962C8B-B14F-4D97-AF65-F5344CB8AC3E}">
        <p14:creationId xmlns:p14="http://schemas.microsoft.com/office/powerpoint/2010/main" val="1928190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Les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phases traditionnelles de développement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sont effectuées simplement les unes après les autres, avec un retour sur les précédentes, voire au tout début du cycle :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produire des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livrables définis au préalable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terminer à une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date précise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de ne se terminer que lorsque les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livrables sont jugés satisfaisants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(par des tests et une recette)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756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C6D3AF4E-980F-405D-BF17-879A863BAE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2501231"/>
              </p:ext>
            </p:extLst>
          </p:nvPr>
        </p:nvGraphicFramePr>
        <p:xfrm>
          <a:off x="2032000" y="555302"/>
          <a:ext cx="9258852" cy="5747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102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72F531EA-67EB-CD81-093C-5DC4C50CA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7990" y="710588"/>
            <a:ext cx="2644513" cy="160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Qu’est-ce qui cloche ?</a:t>
            </a:r>
          </a:p>
        </p:txBody>
      </p:sp>
    </p:spTree>
    <p:extLst>
      <p:ext uri="{BB962C8B-B14F-4D97-AF65-F5344CB8AC3E}">
        <p14:creationId xmlns:p14="http://schemas.microsoft.com/office/powerpoint/2010/main" val="1477811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717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72F531EA-67EB-CD81-093C-5DC4C50CA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7990" y="710588"/>
            <a:ext cx="2644513" cy="160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Qu’est-ce que le cycle en V ? Est-ce toujours utilisé ?</a:t>
            </a:r>
          </a:p>
        </p:txBody>
      </p:sp>
    </p:spTree>
    <p:extLst>
      <p:ext uri="{BB962C8B-B14F-4D97-AF65-F5344CB8AC3E}">
        <p14:creationId xmlns:p14="http://schemas.microsoft.com/office/powerpoint/2010/main" val="3440550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B1C09881-AE31-489D-BB21-33BAB4916360}"/>
              </a:ext>
            </a:extLst>
          </p:cNvPr>
          <p:cNvSpPr txBox="1"/>
          <p:nvPr/>
        </p:nvSpPr>
        <p:spPr>
          <a:xfrm>
            <a:off x="1364974" y="2865771"/>
            <a:ext cx="9462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LE CYCLE EN V</a:t>
            </a:r>
          </a:p>
        </p:txBody>
      </p:sp>
    </p:spTree>
    <p:extLst>
      <p:ext uri="{BB962C8B-B14F-4D97-AF65-F5344CB8AC3E}">
        <p14:creationId xmlns:p14="http://schemas.microsoft.com/office/powerpoint/2010/main" val="7880664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Le modèle du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cycle en V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a été imaginé pour pallier le </a:t>
            </a:r>
            <a:r>
              <a:rPr lang="fr-FR" sz="3200" dirty="0">
                <a:solidFill>
                  <a:srgbClr val="FFC000"/>
                </a:solidFill>
                <a:latin typeface="Candara Light" panose="020E0502030303020204" pitchFamily="34" charset="0"/>
              </a:rPr>
              <a:t>problème de réactivité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du modèle en cascade. Ce modèle est une </a:t>
            </a:r>
            <a:r>
              <a:rPr lang="fr-FR" sz="3200" dirty="0">
                <a:solidFill>
                  <a:srgbClr val="FFC000"/>
                </a:solidFill>
                <a:latin typeface="Candara Light" panose="020E0502030303020204" pitchFamily="34" charset="0"/>
              </a:rPr>
              <a:t>amélioration du modèle </a:t>
            </a:r>
            <a:r>
              <a:rPr lang="fr-FR" sz="3200" dirty="0" err="1">
                <a:solidFill>
                  <a:srgbClr val="FFC000"/>
                </a:solidFill>
                <a:latin typeface="Candara Light" panose="020E0502030303020204" pitchFamily="34" charset="0"/>
              </a:rPr>
              <a:t>Waterfall</a:t>
            </a:r>
            <a:r>
              <a:rPr lang="fr-FR" sz="3200" dirty="0">
                <a:solidFill>
                  <a:srgbClr val="FFC000"/>
                </a:solidFill>
                <a:latin typeface="Candara Light" panose="020E0502030303020204" pitchFamily="34" charset="0"/>
              </a:rPr>
              <a:t>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qui permet en cas d'anomalie, de limiter un retour aux étapes précédentes.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1001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8B9A6FC-C86B-4AE5-9ECA-3F3F42564700}"/>
              </a:ext>
            </a:extLst>
          </p:cNvPr>
          <p:cNvSpPr/>
          <p:nvPr/>
        </p:nvSpPr>
        <p:spPr>
          <a:xfrm>
            <a:off x="2693657" y="299271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Créé suite au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manque de réactivité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du modèle en cascade. Il part du principe que les procédures de vérification de la conformité doivent être élaboré dès les phases de conception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Le client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doit connaitre son besoin dans le détail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Standard depuis les années 1980</a:t>
            </a:r>
          </a:p>
        </p:txBody>
      </p:sp>
    </p:spTree>
    <p:extLst>
      <p:ext uri="{BB962C8B-B14F-4D97-AF65-F5344CB8AC3E}">
        <p14:creationId xmlns:p14="http://schemas.microsoft.com/office/powerpoint/2010/main" val="3632958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061D99-8BFB-4359-BCCF-C083CDFE2335}"/>
              </a:ext>
            </a:extLst>
          </p:cNvPr>
          <p:cNvSpPr/>
          <p:nvPr/>
        </p:nvSpPr>
        <p:spPr>
          <a:xfrm>
            <a:off x="1749287" y="1974574"/>
            <a:ext cx="9753600" cy="38168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ycle en V en gestion de projet : définition et méthode">
            <a:extLst>
              <a:ext uri="{FF2B5EF4-FFF2-40B4-BE49-F238E27FC236}">
                <a16:creationId xmlns:a16="http://schemas.microsoft.com/office/drawing/2014/main" id="{A2B9B403-598C-4924-AC84-5DCFCF5949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78"/>
          <a:stretch/>
        </p:blipFill>
        <p:spPr bwMode="auto">
          <a:xfrm>
            <a:off x="1893819" y="1749061"/>
            <a:ext cx="9369288" cy="381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6785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Les phases de la </a:t>
            </a:r>
            <a:r>
              <a:rPr lang="fr-FR" sz="3200" dirty="0">
                <a:solidFill>
                  <a:srgbClr val="FFFF00"/>
                </a:solidFill>
                <a:latin typeface="Candara Light" panose="020E0502030303020204" pitchFamily="34" charset="0"/>
              </a:rPr>
              <a:t>partie montante doivent renvoyer de l'information sur les phases en vis-à-vis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lorsque des défauts sont détectés afin d'améliorer le logiciel.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8477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8B9A6FC-C86B-4AE5-9ECA-3F3F42564700}"/>
              </a:ext>
            </a:extLst>
          </p:cNvPr>
          <p:cNvSpPr/>
          <p:nvPr/>
        </p:nvSpPr>
        <p:spPr>
          <a:xfrm>
            <a:off x="2693657" y="299271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Il existe autant de plan de tests que de phases de qualification du produit :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Au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dossier de SPECIFICATION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correspond le plan de tests de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Au dossier de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CONCEPTION GENERALE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correspond le plan de tests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d’INTEGRATION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Au dossier de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CONCEPTION DETAILLEE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correspond le plan de tests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UNITAIRES</a:t>
            </a:r>
          </a:p>
        </p:txBody>
      </p:sp>
    </p:spTree>
    <p:extLst>
      <p:ext uri="{BB962C8B-B14F-4D97-AF65-F5344CB8AC3E}">
        <p14:creationId xmlns:p14="http://schemas.microsoft.com/office/powerpoint/2010/main" val="7252831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87BECCF4-8125-4415-997D-00A8FA7AB9D6}"/>
              </a:ext>
            </a:extLst>
          </p:cNvPr>
          <p:cNvGraphicFramePr>
            <a:graphicFrameLocks noGrp="1"/>
          </p:cNvGraphicFramePr>
          <p:nvPr/>
        </p:nvGraphicFramePr>
        <p:xfrm>
          <a:off x="2496234" y="1844040"/>
          <a:ext cx="8128000" cy="3596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9918930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6033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Avantages</a:t>
                      </a:r>
                    </a:p>
                  </a:txBody>
                  <a:tcPr>
                    <a:lnL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Inconvénient</a:t>
                      </a:r>
                    </a:p>
                  </a:txBody>
                  <a:tcPr>
                    <a:lnL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8723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Meilleur temps de réaction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Anticipation des étapes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En cas de problème, permet de limiter le retour aux étapes précédentes</a:t>
                      </a:r>
                    </a:p>
                  </a:txBody>
                  <a:tcPr>
                    <a:lnL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Conception fortement liée à la réalisation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Moins adapté au développement logiciel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Risque d’effet tunnel</a:t>
                      </a:r>
                    </a:p>
                  </a:txBody>
                  <a:tcPr>
                    <a:lnL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1025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2645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72F531EA-67EB-CD81-093C-5DC4C50CA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7990" y="710588"/>
            <a:ext cx="2644513" cy="160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Qu’est-ce qui cloche ?</a:t>
            </a:r>
          </a:p>
        </p:txBody>
      </p:sp>
    </p:spTree>
    <p:extLst>
      <p:ext uri="{BB962C8B-B14F-4D97-AF65-F5344CB8AC3E}">
        <p14:creationId xmlns:p14="http://schemas.microsoft.com/office/powerpoint/2010/main" val="19833678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798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72F531EA-67EB-CD81-093C-5DC4C50CA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7990" y="710588"/>
            <a:ext cx="2644513" cy="160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ATELIER : qu’est-ce qui définit l’amélioration continue ?</a:t>
            </a:r>
          </a:p>
        </p:txBody>
      </p:sp>
    </p:spTree>
    <p:extLst>
      <p:ext uri="{BB962C8B-B14F-4D97-AF65-F5344CB8AC3E}">
        <p14:creationId xmlns:p14="http://schemas.microsoft.com/office/powerpoint/2010/main" val="13065966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B1C09881-AE31-489D-BB21-33BAB4916360}"/>
              </a:ext>
            </a:extLst>
          </p:cNvPr>
          <p:cNvSpPr txBox="1"/>
          <p:nvPr/>
        </p:nvSpPr>
        <p:spPr>
          <a:xfrm>
            <a:off x="1364974" y="2865771"/>
            <a:ext cx="9462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3200" dirty="0">
                <a:solidFill>
                  <a:srgbClr val="20DDA6"/>
                </a:solidFill>
                <a:latin typeface="Calibri" charset="0"/>
              </a:rPr>
              <a:t>LE CYCLE ITERATIF</a:t>
            </a:r>
          </a:p>
        </p:txBody>
      </p:sp>
    </p:spTree>
    <p:extLst>
      <p:ext uri="{BB962C8B-B14F-4D97-AF65-F5344CB8AC3E}">
        <p14:creationId xmlns:p14="http://schemas.microsoft.com/office/powerpoint/2010/main" val="16782281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On </a:t>
            </a:r>
            <a:r>
              <a:rPr lang="fr-FR" sz="3200" dirty="0">
                <a:solidFill>
                  <a:srgbClr val="FFFF00"/>
                </a:solidFill>
                <a:latin typeface="Candara Light" panose="020E0502030303020204" pitchFamily="34" charset="0"/>
              </a:rPr>
              <a:t>sépare les activités des artéfacts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, un artefact étant le produit issu d'une activité. Ainsi, on applique un cycle de type </a:t>
            </a:r>
            <a:r>
              <a:rPr lang="fr-FR" sz="3200" dirty="0">
                <a:solidFill>
                  <a:srgbClr val="FFC000"/>
                </a:solidFill>
                <a:latin typeface="Candara Light" panose="020E0502030303020204" pitchFamily="34" charset="0"/>
              </a:rPr>
              <a:t>roue de Deming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sur la production.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667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78188070-0CA2-4E07-8133-9458B85FEE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347700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97957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72F531EA-67EB-CD81-093C-5DC4C50CA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7990" y="710588"/>
            <a:ext cx="2644513" cy="160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Pourquoi s’est mieux ?</a:t>
            </a:r>
          </a:p>
        </p:txBody>
      </p:sp>
    </p:spTree>
    <p:extLst>
      <p:ext uri="{BB962C8B-B14F-4D97-AF65-F5344CB8AC3E}">
        <p14:creationId xmlns:p14="http://schemas.microsoft.com/office/powerpoint/2010/main" val="22468304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87BECCF4-8125-4415-997D-00A8FA7AB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643754"/>
              </p:ext>
            </p:extLst>
          </p:nvPr>
        </p:nvGraphicFramePr>
        <p:xfrm>
          <a:off x="2496234" y="1844040"/>
          <a:ext cx="8128000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9918930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6033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Avantages</a:t>
                      </a:r>
                    </a:p>
                  </a:txBody>
                  <a:tcPr>
                    <a:lnL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Inconvénient</a:t>
                      </a:r>
                    </a:p>
                  </a:txBody>
                  <a:tcPr>
                    <a:lnL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8723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Cahier des charges respecté au pied de la lettre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Validité des besoins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Le changement est accueilli</a:t>
                      </a:r>
                    </a:p>
                  </a:txBody>
                  <a:tcPr>
                    <a:lnL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2800" dirty="0">
                          <a:solidFill>
                            <a:schemeClr val="bg1"/>
                          </a:solidFill>
                          <a:latin typeface="Candara Light" panose="020E0502030303020204" pitchFamily="34" charset="0"/>
                        </a:rPr>
                        <a:t>Calendrier et budget demandent un expertise (moins prévisible)</a:t>
                      </a:r>
                    </a:p>
                  </a:txBody>
                  <a:tcPr>
                    <a:lnL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D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1025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3259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Le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cycle PDCA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sert à transformer une idée en action et l'action en connaissance.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fr-FR" sz="3200" dirty="0">
                <a:solidFill>
                  <a:srgbClr val="FFC000"/>
                </a:solidFill>
                <a:latin typeface="Candara Light" panose="020E0502030303020204" pitchFamily="34" charset="0"/>
              </a:rPr>
              <a:t>Plan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: préparer, planifier (ce que l'on va réaliser)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>
                <a:solidFill>
                  <a:srgbClr val="FFC000"/>
                </a:solidFill>
                <a:latin typeface="Candara Light" panose="020E0502030303020204" pitchFamily="34" charset="0"/>
              </a:rPr>
              <a:t>Do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: développer, réaliser, mettre en œuvre (le plus souvent, on commence par une phase de test)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>
                <a:solidFill>
                  <a:srgbClr val="FFC000"/>
                </a:solidFill>
                <a:latin typeface="Candara Light" panose="020E0502030303020204" pitchFamily="34" charset="0"/>
              </a:rPr>
              <a:t>Check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: contrôler, vérifier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 err="1">
                <a:solidFill>
                  <a:srgbClr val="FFC000"/>
                </a:solidFill>
                <a:latin typeface="Candara Light" panose="020E0502030303020204" pitchFamily="34" charset="0"/>
              </a:rPr>
              <a:t>Act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(ou </a:t>
            </a:r>
            <a:r>
              <a:rPr lang="fr-FR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Adjust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): agir, ajuster, réagir (si on a testé à l'étape do, on déploie lors de la phase </a:t>
            </a:r>
            <a:r>
              <a:rPr lang="fr-FR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act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6918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2800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734797F-71CD-AE30-D41B-31D800974779}"/>
              </a:ext>
            </a:extLst>
          </p:cNvPr>
          <p:cNvSpPr txBox="1"/>
          <p:nvPr/>
        </p:nvSpPr>
        <p:spPr>
          <a:xfrm>
            <a:off x="5712099" y="2002409"/>
            <a:ext cx="293668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700" dirty="0">
                <a:solidFill>
                  <a:srgbClr val="002060"/>
                </a:solidFill>
                <a:latin typeface="Avenir Next LT Pro Demi" panose="020B0704020202020204" pitchFamily="34" charset="0"/>
              </a:rPr>
              <a:t>?</a:t>
            </a:r>
          </a:p>
        </p:txBody>
      </p:sp>
      <p:pic>
        <p:nvPicPr>
          <p:cNvPr id="5" name="Graphic 7">
            <a:extLst>
              <a:ext uri="{FF2B5EF4-FFF2-40B4-BE49-F238E27FC236}">
                <a16:creationId xmlns:a16="http://schemas.microsoft.com/office/drawing/2014/main" id="{72F531EA-67EB-CD81-093C-5DC4C50CA1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7990" y="710588"/>
            <a:ext cx="2644513" cy="160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EAFB9A-442D-0996-F75F-0401F7FFAE66}"/>
              </a:ext>
            </a:extLst>
          </p:cNvPr>
          <p:cNvSpPr/>
          <p:nvPr/>
        </p:nvSpPr>
        <p:spPr>
          <a:xfrm>
            <a:off x="2963594" y="98292"/>
            <a:ext cx="7434469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ATELIER : quels sont les concepts clés du « </a:t>
            </a:r>
            <a:r>
              <a:rPr lang="fr-FR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lean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 » ?</a:t>
            </a:r>
          </a:p>
        </p:txBody>
      </p:sp>
    </p:spTree>
    <p:extLst>
      <p:ext uri="{BB962C8B-B14F-4D97-AF65-F5344CB8AC3E}">
        <p14:creationId xmlns:p14="http://schemas.microsoft.com/office/powerpoint/2010/main" val="4057331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1364974" y="2771826"/>
            <a:ext cx="946205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4400" b="1" dirty="0">
                <a:solidFill>
                  <a:srgbClr val="20DDA6"/>
                </a:solidFill>
                <a:latin typeface="Calibri" charset="0"/>
              </a:rPr>
              <a:t>LEAN METHODOLOGY</a:t>
            </a:r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674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Le terme </a:t>
            </a:r>
            <a:r>
              <a:rPr lang="fr-FR" sz="3200" dirty="0" err="1">
                <a:solidFill>
                  <a:srgbClr val="20DDA6"/>
                </a:solidFill>
                <a:latin typeface="Candara Light" panose="020E0502030303020204" pitchFamily="34" charset="0"/>
              </a:rPr>
              <a:t>lean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(de l'anglais </a:t>
            </a:r>
            <a:r>
              <a:rPr lang="fr-FR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lean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, « maigre », « sans gras », « dégraissé ») sert à qualifier une méthode de gestion de la production qui se </a:t>
            </a:r>
            <a:r>
              <a:rPr lang="fr-FR" sz="3200" dirty="0">
                <a:solidFill>
                  <a:srgbClr val="FFC000"/>
                </a:solidFill>
                <a:latin typeface="Candara Light" panose="020E0502030303020204" pitchFamily="34" charset="0"/>
              </a:rPr>
              <a:t>concentre sur la « gestion sans gaspillage » 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ou « gestion allégée » ou encore gestion « au plus juste ».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6357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L'école de gestion </a:t>
            </a:r>
            <a:r>
              <a:rPr lang="fr-FR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lean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trouve ses sources au Japon dans le système de production de </a:t>
            </a:r>
            <a:r>
              <a:rPr lang="fr-FR" sz="3200" dirty="0">
                <a:solidFill>
                  <a:srgbClr val="FFC000"/>
                </a:solidFill>
                <a:latin typeface="Candara Light" panose="020E0502030303020204" pitchFamily="34" charset="0"/>
              </a:rPr>
              <a:t>Toyota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ou SPT (en anglais Toyota Production System ou TPS).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6015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4245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1364974" y="2771826"/>
            <a:ext cx="946205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fr-FR" sz="4400" b="1" dirty="0">
                <a:solidFill>
                  <a:srgbClr val="20DDA6"/>
                </a:solidFill>
                <a:latin typeface="Calibri" charset="0"/>
              </a:rPr>
              <a:t>KANBAN</a:t>
            </a:r>
          </a:p>
        </p:txBody>
      </p:sp>
      <p:pic>
        <p:nvPicPr>
          <p:cNvPr id="6" name="Picture 4" descr="[webp-to-png output image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48901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Kanban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est une organisation de type </a:t>
            </a:r>
            <a:r>
              <a:rPr lang="fr-FR" sz="3200" dirty="0">
                <a:solidFill>
                  <a:srgbClr val="20DDA6"/>
                </a:solidFill>
                <a:latin typeface="Candara Light" panose="020E0502030303020204" pitchFamily="34" charset="0"/>
              </a:rPr>
              <a:t>Juste-à-temps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en fournissant l'information ponctuellement aux membres de l'équipe afin de </a:t>
            </a:r>
            <a:r>
              <a:rPr lang="fr-FR" sz="3200" dirty="0">
                <a:solidFill>
                  <a:srgbClr val="FFC000"/>
                </a:solidFill>
                <a:latin typeface="Candara Light" panose="020E0502030303020204" pitchFamily="34" charset="0"/>
              </a:rPr>
              <a:t>ne pas les surcharger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. </a:t>
            </a:r>
          </a:p>
          <a:p>
            <a:endParaRPr lang="fr-FR" sz="320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Dans cette approche, le processus complet, de l'analyse des tâches jusqu’à leur livraison au client, est consultable par tous les participants, </a:t>
            </a:r>
            <a:r>
              <a:rPr lang="fr-FR" sz="3200" dirty="0">
                <a:solidFill>
                  <a:srgbClr val="FFC000"/>
                </a:solidFill>
                <a:latin typeface="Candara Light" panose="020E0502030303020204" pitchFamily="34" charset="0"/>
              </a:rPr>
              <a:t>chacun prenant ses tâches depuis une file d'attente.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864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1DEB32-1B59-45FA-A50C-636D8A128E90}"/>
              </a:ext>
            </a:extLst>
          </p:cNvPr>
          <p:cNvSpPr/>
          <p:nvPr/>
        </p:nvSpPr>
        <p:spPr>
          <a:xfrm>
            <a:off x="2185367" y="299271"/>
            <a:ext cx="9277763" cy="623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Dans le cadre du développement logiciel, Kanban peut être un système visuel de gestion des processus qui indique quoi produire, quand le produire et en quelle quantité ; cette approche est directement inspirée du système de production de Toyota et des méthodes « </a:t>
            </a:r>
            <a:r>
              <a:rPr lang="fr-FR" sz="32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lean</a:t>
            </a:r>
            <a:r>
              <a:rPr lang="fr-FR" sz="3200" dirty="0">
                <a:solidFill>
                  <a:schemeClr val="bg1"/>
                </a:solidFill>
                <a:latin typeface="Candara Light" panose="020E0502030303020204" pitchFamily="34" charset="0"/>
              </a:rPr>
              <a:t> ».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7F84E3-2977-40B4-BA02-C757E040223F}"/>
              </a:ext>
            </a:extLst>
          </p:cNvPr>
          <p:cNvSpPr/>
          <p:nvPr/>
        </p:nvSpPr>
        <p:spPr>
          <a:xfrm rot="2396635">
            <a:off x="-900931" y="-1383361"/>
            <a:ext cx="3151926" cy="3365264"/>
          </a:xfrm>
          <a:prstGeom prst="rect">
            <a:avLst/>
          </a:prstGeom>
          <a:solidFill>
            <a:srgbClr val="20DD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 descr="[webp-to-png output image]">
            <a:extLst>
              <a:ext uri="{FF2B5EF4-FFF2-40B4-BE49-F238E27FC236}">
                <a16:creationId xmlns:a16="http://schemas.microsoft.com/office/drawing/2014/main" id="{EEC62DC5-F431-44CB-A704-DF9DCF42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299271"/>
            <a:ext cx="1693795" cy="47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049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5621</TotalTime>
  <Words>886</Words>
  <Application>Microsoft Office PowerPoint</Application>
  <PresentationFormat>Grand écran</PresentationFormat>
  <Paragraphs>136</Paragraphs>
  <Slides>48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48</vt:i4>
      </vt:variant>
    </vt:vector>
  </HeadingPairs>
  <TitlesOfParts>
    <vt:vector size="54" baseType="lpstr">
      <vt:lpstr>Arial</vt:lpstr>
      <vt:lpstr>Avenir Next LT Pro Demi</vt:lpstr>
      <vt:lpstr>Calibri</vt:lpstr>
      <vt:lpstr>Calibri Light</vt:lpstr>
      <vt:lpstr>Candara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</dc:creator>
  <cp:lastModifiedBy>Michael NGUYEN</cp:lastModifiedBy>
  <cp:revision>1627</cp:revision>
  <dcterms:created xsi:type="dcterms:W3CDTF">2020-03-09T16:17:30Z</dcterms:created>
  <dcterms:modified xsi:type="dcterms:W3CDTF">2022-07-05T04:27:14Z</dcterms:modified>
</cp:coreProperties>
</file>