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5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8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9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1231" r:id="rId2"/>
    <p:sldId id="1142" r:id="rId3"/>
    <p:sldId id="1152" r:id="rId4"/>
    <p:sldId id="1080" r:id="rId5"/>
    <p:sldId id="1153" r:id="rId6"/>
    <p:sldId id="1154" r:id="rId7"/>
    <p:sldId id="1155" r:id="rId8"/>
    <p:sldId id="1156" r:id="rId9"/>
    <p:sldId id="1157" r:id="rId10"/>
    <p:sldId id="1178" r:id="rId11"/>
    <p:sldId id="1180" r:id="rId12"/>
    <p:sldId id="1181" r:id="rId13"/>
    <p:sldId id="1182" r:id="rId14"/>
    <p:sldId id="1183" r:id="rId15"/>
    <p:sldId id="1184" r:id="rId16"/>
    <p:sldId id="1187" r:id="rId17"/>
    <p:sldId id="1185" r:id="rId18"/>
    <p:sldId id="1188" r:id="rId19"/>
    <p:sldId id="1186" r:id="rId20"/>
    <p:sldId id="1189" r:id="rId21"/>
    <p:sldId id="1207" r:id="rId22"/>
    <p:sldId id="1208" r:id="rId23"/>
    <p:sldId id="1179" r:id="rId24"/>
    <p:sldId id="1202" r:id="rId25"/>
    <p:sldId id="1203" r:id="rId26"/>
    <p:sldId id="1204" r:id="rId27"/>
    <p:sldId id="1205" r:id="rId28"/>
    <p:sldId id="1206" r:id="rId29"/>
    <p:sldId id="1281" r:id="rId30"/>
    <p:sldId id="1282" r:id="rId31"/>
    <p:sldId id="1283" r:id="rId32"/>
    <p:sldId id="1284" r:id="rId33"/>
    <p:sldId id="1285" r:id="rId34"/>
    <p:sldId id="1286" r:id="rId35"/>
    <p:sldId id="1287" r:id="rId36"/>
    <p:sldId id="1288" r:id="rId37"/>
    <p:sldId id="1289" r:id="rId38"/>
    <p:sldId id="1193" r:id="rId3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DDA6"/>
    <a:srgbClr val="FF33CC"/>
    <a:srgbClr val="1E2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7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/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/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/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/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/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/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/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2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2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/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2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2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2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02DD808-1D48-4769-830F-A71218AC2D11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51C0AC5-E835-4F92-B944-0CAC0DC47C5E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Product</a:t>
          </a:r>
        </a:p>
        <a:p>
          <a:r>
            <a:rPr lang="fr-FR" dirty="0" err="1"/>
            <a:t>Backlog</a:t>
          </a:r>
          <a:endParaRPr lang="fr-FR" dirty="0"/>
        </a:p>
      </dgm:t>
    </dgm:pt>
    <dgm:pt modelId="{C93128A4-037A-41BA-A8A9-50FDFDB29F01}" type="parTrans" cxnId="{55EB8EF1-5000-41FD-B03C-1ABF5FF1E8FE}">
      <dgm:prSet/>
      <dgm:spPr/>
      <dgm:t>
        <a:bodyPr/>
        <a:lstStyle/>
        <a:p>
          <a:endParaRPr lang="fr-FR"/>
        </a:p>
      </dgm:t>
    </dgm:pt>
    <dgm:pt modelId="{66210A57-1DF6-4B7E-A566-129DC2CA00C3}" type="sibTrans" cxnId="{55EB8EF1-5000-41FD-B03C-1ABF5FF1E8FE}">
      <dgm:prSet/>
      <dgm:spPr/>
      <dgm:t>
        <a:bodyPr/>
        <a:lstStyle/>
        <a:p>
          <a:endParaRPr lang="fr-FR"/>
        </a:p>
      </dgm:t>
    </dgm:pt>
    <dgm:pt modelId="{07AA6B41-95CD-4170-BFD0-6569144CE04C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Planning</a:t>
          </a:r>
        </a:p>
      </dgm:t>
    </dgm:pt>
    <dgm:pt modelId="{883C4E91-8E64-4702-B7EB-1216A900FD9A}" type="parTrans" cxnId="{B700CD1C-0F64-4506-A82A-6F50D3163095}">
      <dgm:prSet/>
      <dgm:spPr/>
      <dgm:t>
        <a:bodyPr/>
        <a:lstStyle/>
        <a:p>
          <a:endParaRPr lang="fr-FR"/>
        </a:p>
      </dgm:t>
    </dgm:pt>
    <dgm:pt modelId="{E33BEB6D-7F3F-40DE-9B2D-3956CEA10AEA}" type="sibTrans" cxnId="{B700CD1C-0F64-4506-A82A-6F50D3163095}">
      <dgm:prSet/>
      <dgm:spPr/>
      <dgm:t>
        <a:bodyPr/>
        <a:lstStyle/>
        <a:p>
          <a:endParaRPr lang="fr-FR"/>
        </a:p>
      </dgm:t>
    </dgm:pt>
    <dgm:pt modelId="{D1BA6BA4-A628-420E-9586-951D8502DEE6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/>
            <a:t>Sprint</a:t>
          </a:r>
        </a:p>
      </dgm:t>
    </dgm:pt>
    <dgm:pt modelId="{273D2C9F-19BF-4755-A670-262CEAD1A549}" type="parTrans" cxnId="{8034FE58-CF85-43D0-9273-8261274FFD9A}">
      <dgm:prSet/>
      <dgm:spPr/>
      <dgm:t>
        <a:bodyPr/>
        <a:lstStyle/>
        <a:p>
          <a:endParaRPr lang="fr-FR"/>
        </a:p>
      </dgm:t>
    </dgm:pt>
    <dgm:pt modelId="{4D723A0A-6767-4A50-AA44-2B1FCD676E2C}" type="sibTrans" cxnId="{8034FE58-CF85-43D0-9273-8261274FFD9A}">
      <dgm:prSet/>
      <dgm:spPr/>
      <dgm:t>
        <a:bodyPr/>
        <a:lstStyle/>
        <a:p>
          <a:endParaRPr lang="fr-FR"/>
        </a:p>
      </dgm:t>
    </dgm:pt>
    <dgm:pt modelId="{05A305C7-3051-4021-9B7A-ECA6DB6AB615}">
      <dgm:prSet phldrT="[Texte]"/>
      <dgm:spPr>
        <a:solidFill>
          <a:schemeClr val="accent1"/>
        </a:solidFill>
      </dgm:spPr>
      <dgm:t>
        <a:bodyPr/>
        <a:lstStyle/>
        <a:p>
          <a:r>
            <a:rPr lang="fr-FR" dirty="0" err="1"/>
            <a:t>Review</a:t>
          </a:r>
          <a:endParaRPr lang="fr-FR" dirty="0"/>
        </a:p>
      </dgm:t>
    </dgm:pt>
    <dgm:pt modelId="{F832BB8A-C104-4CED-B047-26574626EB2A}" type="parTrans" cxnId="{DBAFD5F1-95EB-4CA5-BAC2-93C296433685}">
      <dgm:prSet/>
      <dgm:spPr/>
      <dgm:t>
        <a:bodyPr/>
        <a:lstStyle/>
        <a:p>
          <a:endParaRPr lang="fr-FR"/>
        </a:p>
      </dgm:t>
    </dgm:pt>
    <dgm:pt modelId="{7BC4EB6F-485C-49A9-94C7-D8A013695302}" type="sibTrans" cxnId="{DBAFD5F1-95EB-4CA5-BAC2-93C296433685}">
      <dgm:prSet/>
      <dgm:spPr/>
      <dgm:t>
        <a:bodyPr/>
        <a:lstStyle/>
        <a:p>
          <a:endParaRPr lang="fr-FR"/>
        </a:p>
      </dgm:t>
    </dgm:pt>
    <dgm:pt modelId="{C46EDF68-F286-4DE3-8991-9B19EAD11AA9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err="1"/>
            <a:t>Retrospective</a:t>
          </a:r>
          <a:endParaRPr lang="fr-FR" dirty="0"/>
        </a:p>
      </dgm:t>
    </dgm:pt>
    <dgm:pt modelId="{1114F58F-C861-4B0D-973E-8C84DA75C2B6}" type="parTrans" cxnId="{875612E1-269D-4F46-B533-574236DA5CA9}">
      <dgm:prSet/>
      <dgm:spPr/>
      <dgm:t>
        <a:bodyPr/>
        <a:lstStyle/>
        <a:p>
          <a:endParaRPr lang="fr-FR"/>
        </a:p>
      </dgm:t>
    </dgm:pt>
    <dgm:pt modelId="{DB007FCF-12CC-4D25-91CE-1792575F70A3}" type="sibTrans" cxnId="{875612E1-269D-4F46-B533-574236DA5CA9}">
      <dgm:prSet/>
      <dgm:spPr/>
      <dgm:t>
        <a:bodyPr/>
        <a:lstStyle/>
        <a:p>
          <a:endParaRPr lang="fr-FR"/>
        </a:p>
      </dgm:t>
    </dgm:pt>
    <dgm:pt modelId="{9682A2BF-A593-4C85-B3E3-C27A9B6DBE88}">
      <dgm:prSet/>
      <dgm:spPr>
        <a:solidFill>
          <a:schemeClr val="accent1"/>
        </a:solidFill>
      </dgm:spPr>
      <dgm:t>
        <a:bodyPr/>
        <a:lstStyle/>
        <a:p>
          <a:r>
            <a:rPr lang="fr-FR" dirty="0" err="1"/>
            <a:t>Refinement</a:t>
          </a:r>
          <a:endParaRPr lang="fr-FR" dirty="0"/>
        </a:p>
      </dgm:t>
    </dgm:pt>
    <dgm:pt modelId="{F22116F7-A775-43C7-B8D6-F0C79EFF0C68}" type="parTrans" cxnId="{147D317B-CD4E-4C2D-95C1-9B988976E694}">
      <dgm:prSet/>
      <dgm:spPr/>
      <dgm:t>
        <a:bodyPr/>
        <a:lstStyle/>
        <a:p>
          <a:endParaRPr lang="fr-FR"/>
        </a:p>
      </dgm:t>
    </dgm:pt>
    <dgm:pt modelId="{42E21DA4-8F3E-43D5-9638-80B36BCF5A47}" type="sibTrans" cxnId="{147D317B-CD4E-4C2D-95C1-9B988976E694}">
      <dgm:prSet/>
      <dgm:spPr/>
      <dgm:t>
        <a:bodyPr/>
        <a:lstStyle/>
        <a:p>
          <a:endParaRPr lang="fr-FR"/>
        </a:p>
      </dgm:t>
    </dgm:pt>
    <dgm:pt modelId="{904E7882-067A-465F-AB48-6C85AB935C5F}" type="pres">
      <dgm:prSet presAssocID="{002DD808-1D48-4769-830F-A71218AC2D11}" presName="cycle" presStyleCnt="0">
        <dgm:presLayoutVars>
          <dgm:dir/>
          <dgm:resizeHandles val="exact"/>
        </dgm:presLayoutVars>
      </dgm:prSet>
      <dgm:spPr/>
    </dgm:pt>
    <dgm:pt modelId="{883891D9-36FC-4347-872D-2C9ADD9D1A01}" type="pres">
      <dgm:prSet presAssocID="{751C0AC5-E835-4F92-B944-0CAC0DC47C5E}" presName="node" presStyleLbl="node1" presStyleIdx="0" presStyleCnt="6">
        <dgm:presLayoutVars>
          <dgm:bulletEnabled val="1"/>
        </dgm:presLayoutVars>
      </dgm:prSet>
      <dgm:spPr/>
    </dgm:pt>
    <dgm:pt modelId="{CA42C10D-834A-4B91-A76A-E4F4983356D9}" type="pres">
      <dgm:prSet presAssocID="{66210A57-1DF6-4B7E-A566-129DC2CA00C3}" presName="sibTrans" presStyleLbl="sibTrans2D1" presStyleIdx="0" presStyleCnt="6"/>
      <dgm:spPr/>
    </dgm:pt>
    <dgm:pt modelId="{A9E0832C-FEBD-47E1-987E-984162F111F3}" type="pres">
      <dgm:prSet presAssocID="{66210A57-1DF6-4B7E-A566-129DC2CA00C3}" presName="connectorText" presStyleLbl="sibTrans2D1" presStyleIdx="0" presStyleCnt="6"/>
      <dgm:spPr/>
    </dgm:pt>
    <dgm:pt modelId="{68E0FFE5-6A02-41FB-AEDB-B26BA61F8A6D}" type="pres">
      <dgm:prSet presAssocID="{9682A2BF-A593-4C85-B3E3-C27A9B6DBE88}" presName="node" presStyleLbl="node1" presStyleIdx="1" presStyleCnt="6">
        <dgm:presLayoutVars>
          <dgm:bulletEnabled val="1"/>
        </dgm:presLayoutVars>
      </dgm:prSet>
      <dgm:spPr/>
    </dgm:pt>
    <dgm:pt modelId="{9E15EAB9-6137-47E2-8987-805143ABBA5E}" type="pres">
      <dgm:prSet presAssocID="{42E21DA4-8F3E-43D5-9638-80B36BCF5A47}" presName="sibTrans" presStyleLbl="sibTrans2D1" presStyleIdx="1" presStyleCnt="6"/>
      <dgm:spPr/>
    </dgm:pt>
    <dgm:pt modelId="{EE2CC850-E84B-4F39-8876-FDEEE92C97DC}" type="pres">
      <dgm:prSet presAssocID="{42E21DA4-8F3E-43D5-9638-80B36BCF5A47}" presName="connectorText" presStyleLbl="sibTrans2D1" presStyleIdx="1" presStyleCnt="6"/>
      <dgm:spPr/>
    </dgm:pt>
    <dgm:pt modelId="{D766211B-077D-4CC6-9411-11E7AC2787C6}" type="pres">
      <dgm:prSet presAssocID="{07AA6B41-95CD-4170-BFD0-6569144CE04C}" presName="node" presStyleLbl="node1" presStyleIdx="2" presStyleCnt="6">
        <dgm:presLayoutVars>
          <dgm:bulletEnabled val="1"/>
        </dgm:presLayoutVars>
      </dgm:prSet>
      <dgm:spPr/>
    </dgm:pt>
    <dgm:pt modelId="{FDB6E6DD-0DD5-4175-8BEA-D31CEE9A62CF}" type="pres">
      <dgm:prSet presAssocID="{E33BEB6D-7F3F-40DE-9B2D-3956CEA10AEA}" presName="sibTrans" presStyleLbl="sibTrans2D1" presStyleIdx="2" presStyleCnt="6"/>
      <dgm:spPr/>
    </dgm:pt>
    <dgm:pt modelId="{89D299A6-241D-4FF4-A632-C77923BCF2EB}" type="pres">
      <dgm:prSet presAssocID="{E33BEB6D-7F3F-40DE-9B2D-3956CEA10AEA}" presName="connectorText" presStyleLbl="sibTrans2D1" presStyleIdx="2" presStyleCnt="6"/>
      <dgm:spPr/>
    </dgm:pt>
    <dgm:pt modelId="{2B0901B5-6AA2-4B50-978D-7FAF1AB88F12}" type="pres">
      <dgm:prSet presAssocID="{D1BA6BA4-A628-420E-9586-951D8502DEE6}" presName="node" presStyleLbl="node1" presStyleIdx="3" presStyleCnt="6">
        <dgm:presLayoutVars>
          <dgm:bulletEnabled val="1"/>
        </dgm:presLayoutVars>
      </dgm:prSet>
      <dgm:spPr/>
    </dgm:pt>
    <dgm:pt modelId="{6BD21256-6C9A-4A45-AF4F-FA5B17CB518F}" type="pres">
      <dgm:prSet presAssocID="{4D723A0A-6767-4A50-AA44-2B1FCD676E2C}" presName="sibTrans" presStyleLbl="sibTrans2D1" presStyleIdx="3" presStyleCnt="6"/>
      <dgm:spPr/>
    </dgm:pt>
    <dgm:pt modelId="{EC6551BA-E013-4777-A812-259485AD1F9B}" type="pres">
      <dgm:prSet presAssocID="{4D723A0A-6767-4A50-AA44-2B1FCD676E2C}" presName="connectorText" presStyleLbl="sibTrans2D1" presStyleIdx="3" presStyleCnt="6"/>
      <dgm:spPr/>
    </dgm:pt>
    <dgm:pt modelId="{270AB9B6-4FD4-40EF-9CA6-2CEFB84529A3}" type="pres">
      <dgm:prSet presAssocID="{05A305C7-3051-4021-9B7A-ECA6DB6AB615}" presName="node" presStyleLbl="node1" presStyleIdx="4" presStyleCnt="6">
        <dgm:presLayoutVars>
          <dgm:bulletEnabled val="1"/>
        </dgm:presLayoutVars>
      </dgm:prSet>
      <dgm:spPr/>
    </dgm:pt>
    <dgm:pt modelId="{A86B1B03-F300-4883-A476-EBB9B3B791E7}" type="pres">
      <dgm:prSet presAssocID="{7BC4EB6F-485C-49A9-94C7-D8A013695302}" presName="sibTrans" presStyleLbl="sibTrans2D1" presStyleIdx="4" presStyleCnt="6"/>
      <dgm:spPr/>
    </dgm:pt>
    <dgm:pt modelId="{012D50D9-3756-46FA-A4E6-642A10C6F989}" type="pres">
      <dgm:prSet presAssocID="{7BC4EB6F-485C-49A9-94C7-D8A013695302}" presName="connectorText" presStyleLbl="sibTrans2D1" presStyleIdx="4" presStyleCnt="6"/>
      <dgm:spPr/>
    </dgm:pt>
    <dgm:pt modelId="{A838240F-D406-4EAF-9D46-86D2637440DD}" type="pres">
      <dgm:prSet presAssocID="{C46EDF68-F286-4DE3-8991-9B19EAD11AA9}" presName="node" presStyleLbl="node1" presStyleIdx="5" presStyleCnt="6">
        <dgm:presLayoutVars>
          <dgm:bulletEnabled val="1"/>
        </dgm:presLayoutVars>
      </dgm:prSet>
      <dgm:spPr/>
    </dgm:pt>
    <dgm:pt modelId="{2E13FD03-EC1D-4009-9A58-A7B49F1AFB21}" type="pres">
      <dgm:prSet presAssocID="{DB007FCF-12CC-4D25-91CE-1792575F70A3}" presName="sibTrans" presStyleLbl="sibTrans2D1" presStyleIdx="5" presStyleCnt="6"/>
      <dgm:spPr/>
    </dgm:pt>
    <dgm:pt modelId="{1D3FEB71-5FF6-43EE-80D3-EB8950EDCF9A}" type="pres">
      <dgm:prSet presAssocID="{DB007FCF-12CC-4D25-91CE-1792575F70A3}" presName="connectorText" presStyleLbl="sibTrans2D1" presStyleIdx="5" presStyleCnt="6"/>
      <dgm:spPr/>
    </dgm:pt>
  </dgm:ptLst>
  <dgm:cxnLst>
    <dgm:cxn modelId="{B700CD1C-0F64-4506-A82A-6F50D3163095}" srcId="{002DD808-1D48-4769-830F-A71218AC2D11}" destId="{07AA6B41-95CD-4170-BFD0-6569144CE04C}" srcOrd="2" destOrd="0" parTransId="{883C4E91-8E64-4702-B7EB-1216A900FD9A}" sibTransId="{E33BEB6D-7F3F-40DE-9B2D-3956CEA10AEA}"/>
    <dgm:cxn modelId="{62E84A2D-404E-481D-89F7-C53408B78FF0}" type="presOf" srcId="{4D723A0A-6767-4A50-AA44-2B1FCD676E2C}" destId="{6BD21256-6C9A-4A45-AF4F-FA5B17CB518F}" srcOrd="0" destOrd="0" presId="urn:microsoft.com/office/officeart/2005/8/layout/cycle2"/>
    <dgm:cxn modelId="{A8F00E5C-E07A-4C08-A501-D1EEA461D570}" type="presOf" srcId="{4D723A0A-6767-4A50-AA44-2B1FCD676E2C}" destId="{EC6551BA-E013-4777-A812-259485AD1F9B}" srcOrd="1" destOrd="0" presId="urn:microsoft.com/office/officeart/2005/8/layout/cycle2"/>
    <dgm:cxn modelId="{0D425E5C-F60B-47C0-A068-105B477DDEC0}" type="presOf" srcId="{002DD808-1D48-4769-830F-A71218AC2D11}" destId="{904E7882-067A-465F-AB48-6C85AB935C5F}" srcOrd="0" destOrd="0" presId="urn:microsoft.com/office/officeart/2005/8/layout/cycle2"/>
    <dgm:cxn modelId="{76286B68-E102-4BA6-9A49-1B5BD2F6ECC1}" type="presOf" srcId="{E33BEB6D-7F3F-40DE-9B2D-3956CEA10AEA}" destId="{89D299A6-241D-4FF4-A632-C77923BCF2EB}" srcOrd="1" destOrd="0" presId="urn:microsoft.com/office/officeart/2005/8/layout/cycle2"/>
    <dgm:cxn modelId="{F2DAC44B-E4BE-4D08-B144-629CF660C9BC}" type="presOf" srcId="{42E21DA4-8F3E-43D5-9638-80B36BCF5A47}" destId="{EE2CC850-E84B-4F39-8876-FDEEE92C97DC}" srcOrd="1" destOrd="0" presId="urn:microsoft.com/office/officeart/2005/8/layout/cycle2"/>
    <dgm:cxn modelId="{F8DF8A4E-9976-415D-B428-3F2033B27ACF}" type="presOf" srcId="{42E21DA4-8F3E-43D5-9638-80B36BCF5A47}" destId="{9E15EAB9-6137-47E2-8987-805143ABBA5E}" srcOrd="0" destOrd="0" presId="urn:microsoft.com/office/officeart/2005/8/layout/cycle2"/>
    <dgm:cxn modelId="{4652416F-89BE-4C9E-ADD6-1F25F97F34B3}" type="presOf" srcId="{E33BEB6D-7F3F-40DE-9B2D-3956CEA10AEA}" destId="{FDB6E6DD-0DD5-4175-8BEA-D31CEE9A62CF}" srcOrd="0" destOrd="0" presId="urn:microsoft.com/office/officeart/2005/8/layout/cycle2"/>
    <dgm:cxn modelId="{8034FE58-CF85-43D0-9273-8261274FFD9A}" srcId="{002DD808-1D48-4769-830F-A71218AC2D11}" destId="{D1BA6BA4-A628-420E-9586-951D8502DEE6}" srcOrd="3" destOrd="0" parTransId="{273D2C9F-19BF-4755-A670-262CEAD1A549}" sibTransId="{4D723A0A-6767-4A50-AA44-2B1FCD676E2C}"/>
    <dgm:cxn modelId="{C6370279-809E-4D40-97D9-25AD88488ED8}" type="presOf" srcId="{D1BA6BA4-A628-420E-9586-951D8502DEE6}" destId="{2B0901B5-6AA2-4B50-978D-7FAF1AB88F12}" srcOrd="0" destOrd="0" presId="urn:microsoft.com/office/officeart/2005/8/layout/cycle2"/>
    <dgm:cxn modelId="{147D317B-CD4E-4C2D-95C1-9B988976E694}" srcId="{002DD808-1D48-4769-830F-A71218AC2D11}" destId="{9682A2BF-A593-4C85-B3E3-C27A9B6DBE88}" srcOrd="1" destOrd="0" parTransId="{F22116F7-A775-43C7-B8D6-F0C79EFF0C68}" sibTransId="{42E21DA4-8F3E-43D5-9638-80B36BCF5A47}"/>
    <dgm:cxn modelId="{D6E8577E-5122-4368-AACE-EFE6FEFA49D1}" type="presOf" srcId="{07AA6B41-95CD-4170-BFD0-6569144CE04C}" destId="{D766211B-077D-4CC6-9411-11E7AC2787C6}" srcOrd="0" destOrd="0" presId="urn:microsoft.com/office/officeart/2005/8/layout/cycle2"/>
    <dgm:cxn modelId="{2C142680-8BC7-477B-9555-CCA48227B7C8}" type="presOf" srcId="{66210A57-1DF6-4B7E-A566-129DC2CA00C3}" destId="{CA42C10D-834A-4B91-A76A-E4F4983356D9}" srcOrd="0" destOrd="0" presId="urn:microsoft.com/office/officeart/2005/8/layout/cycle2"/>
    <dgm:cxn modelId="{BEAE4981-4AE2-46D3-B30F-1E8A839795CF}" type="presOf" srcId="{7BC4EB6F-485C-49A9-94C7-D8A013695302}" destId="{A86B1B03-F300-4883-A476-EBB9B3B791E7}" srcOrd="0" destOrd="0" presId="urn:microsoft.com/office/officeart/2005/8/layout/cycle2"/>
    <dgm:cxn modelId="{BF2B4D89-7291-4E7C-9F82-378E94E9DE9A}" type="presOf" srcId="{7BC4EB6F-485C-49A9-94C7-D8A013695302}" destId="{012D50D9-3756-46FA-A4E6-642A10C6F989}" srcOrd="1" destOrd="0" presId="urn:microsoft.com/office/officeart/2005/8/layout/cycle2"/>
    <dgm:cxn modelId="{C1332A9F-890D-4A61-8F68-8D7D6D83523E}" type="presOf" srcId="{05A305C7-3051-4021-9B7A-ECA6DB6AB615}" destId="{270AB9B6-4FD4-40EF-9CA6-2CEFB84529A3}" srcOrd="0" destOrd="0" presId="urn:microsoft.com/office/officeart/2005/8/layout/cycle2"/>
    <dgm:cxn modelId="{119821A8-4886-4524-87E7-D7C4E8B83780}" type="presOf" srcId="{DB007FCF-12CC-4D25-91CE-1792575F70A3}" destId="{2E13FD03-EC1D-4009-9A58-A7B49F1AFB21}" srcOrd="0" destOrd="0" presId="urn:microsoft.com/office/officeart/2005/8/layout/cycle2"/>
    <dgm:cxn modelId="{98B00FC0-E155-4481-B345-04E0A60A9ADE}" type="presOf" srcId="{66210A57-1DF6-4B7E-A566-129DC2CA00C3}" destId="{A9E0832C-FEBD-47E1-987E-984162F111F3}" srcOrd="1" destOrd="0" presId="urn:microsoft.com/office/officeart/2005/8/layout/cycle2"/>
    <dgm:cxn modelId="{806837C6-2181-43E2-871A-3079FDC09162}" type="presOf" srcId="{DB007FCF-12CC-4D25-91CE-1792575F70A3}" destId="{1D3FEB71-5FF6-43EE-80D3-EB8950EDCF9A}" srcOrd="1" destOrd="0" presId="urn:microsoft.com/office/officeart/2005/8/layout/cycle2"/>
    <dgm:cxn modelId="{76E5E6D0-A018-4271-A0AD-7BC2816515E1}" type="presOf" srcId="{751C0AC5-E835-4F92-B944-0CAC0DC47C5E}" destId="{883891D9-36FC-4347-872D-2C9ADD9D1A01}" srcOrd="0" destOrd="0" presId="urn:microsoft.com/office/officeart/2005/8/layout/cycle2"/>
    <dgm:cxn modelId="{875612E1-269D-4F46-B533-574236DA5CA9}" srcId="{002DD808-1D48-4769-830F-A71218AC2D11}" destId="{C46EDF68-F286-4DE3-8991-9B19EAD11AA9}" srcOrd="5" destOrd="0" parTransId="{1114F58F-C861-4B0D-973E-8C84DA75C2B6}" sibTransId="{DB007FCF-12CC-4D25-91CE-1792575F70A3}"/>
    <dgm:cxn modelId="{C048B1E8-FD9E-4369-8DEB-38835C400513}" type="presOf" srcId="{9682A2BF-A593-4C85-B3E3-C27A9B6DBE88}" destId="{68E0FFE5-6A02-41FB-AEDB-B26BA61F8A6D}" srcOrd="0" destOrd="0" presId="urn:microsoft.com/office/officeart/2005/8/layout/cycle2"/>
    <dgm:cxn modelId="{55EB8EF1-5000-41FD-B03C-1ABF5FF1E8FE}" srcId="{002DD808-1D48-4769-830F-A71218AC2D11}" destId="{751C0AC5-E835-4F92-B944-0CAC0DC47C5E}" srcOrd="0" destOrd="0" parTransId="{C93128A4-037A-41BA-A8A9-50FDFDB29F01}" sibTransId="{66210A57-1DF6-4B7E-A566-129DC2CA00C3}"/>
    <dgm:cxn modelId="{DBAFD5F1-95EB-4CA5-BAC2-93C296433685}" srcId="{002DD808-1D48-4769-830F-A71218AC2D11}" destId="{05A305C7-3051-4021-9B7A-ECA6DB6AB615}" srcOrd="4" destOrd="0" parTransId="{F832BB8A-C104-4CED-B047-26574626EB2A}" sibTransId="{7BC4EB6F-485C-49A9-94C7-D8A013695302}"/>
    <dgm:cxn modelId="{BD4BB5F9-5DE7-451B-8906-16BEAC469132}" type="presOf" srcId="{C46EDF68-F286-4DE3-8991-9B19EAD11AA9}" destId="{A838240F-D406-4EAF-9D46-86D2637440DD}" srcOrd="0" destOrd="0" presId="urn:microsoft.com/office/officeart/2005/8/layout/cycle2"/>
    <dgm:cxn modelId="{F9647615-757B-42CB-8268-5B1B74894404}" type="presParOf" srcId="{904E7882-067A-465F-AB48-6C85AB935C5F}" destId="{883891D9-36FC-4347-872D-2C9ADD9D1A01}" srcOrd="0" destOrd="0" presId="urn:microsoft.com/office/officeart/2005/8/layout/cycle2"/>
    <dgm:cxn modelId="{8EEAA0C1-4B85-43B8-A55F-EC3D1002D956}" type="presParOf" srcId="{904E7882-067A-465F-AB48-6C85AB935C5F}" destId="{CA42C10D-834A-4B91-A76A-E4F4983356D9}" srcOrd="1" destOrd="0" presId="urn:microsoft.com/office/officeart/2005/8/layout/cycle2"/>
    <dgm:cxn modelId="{4ABD12E4-EC1B-45C7-B45D-3DF1AF4565B2}" type="presParOf" srcId="{CA42C10D-834A-4B91-A76A-E4F4983356D9}" destId="{A9E0832C-FEBD-47E1-987E-984162F111F3}" srcOrd="0" destOrd="0" presId="urn:microsoft.com/office/officeart/2005/8/layout/cycle2"/>
    <dgm:cxn modelId="{43B33515-36BF-42F2-95D0-F5EE5C982FE5}" type="presParOf" srcId="{904E7882-067A-465F-AB48-6C85AB935C5F}" destId="{68E0FFE5-6A02-41FB-AEDB-B26BA61F8A6D}" srcOrd="2" destOrd="0" presId="urn:microsoft.com/office/officeart/2005/8/layout/cycle2"/>
    <dgm:cxn modelId="{C6F2425D-14F6-4D8C-9FE5-E93CB919EEC5}" type="presParOf" srcId="{904E7882-067A-465F-AB48-6C85AB935C5F}" destId="{9E15EAB9-6137-47E2-8987-805143ABBA5E}" srcOrd="3" destOrd="0" presId="urn:microsoft.com/office/officeart/2005/8/layout/cycle2"/>
    <dgm:cxn modelId="{9D6CC8D6-FC0A-4D62-B25F-C8DAFCFFC06D}" type="presParOf" srcId="{9E15EAB9-6137-47E2-8987-805143ABBA5E}" destId="{EE2CC850-E84B-4F39-8876-FDEEE92C97DC}" srcOrd="0" destOrd="0" presId="urn:microsoft.com/office/officeart/2005/8/layout/cycle2"/>
    <dgm:cxn modelId="{D886756B-E6AB-4A71-BC38-58C3C72BBFAE}" type="presParOf" srcId="{904E7882-067A-465F-AB48-6C85AB935C5F}" destId="{D766211B-077D-4CC6-9411-11E7AC2787C6}" srcOrd="4" destOrd="0" presId="urn:microsoft.com/office/officeart/2005/8/layout/cycle2"/>
    <dgm:cxn modelId="{A9D9EC70-8623-4BBF-A434-37C4FCBC719A}" type="presParOf" srcId="{904E7882-067A-465F-AB48-6C85AB935C5F}" destId="{FDB6E6DD-0DD5-4175-8BEA-D31CEE9A62CF}" srcOrd="5" destOrd="0" presId="urn:microsoft.com/office/officeart/2005/8/layout/cycle2"/>
    <dgm:cxn modelId="{6B1B0EEA-919A-4E81-895B-3661AC8E39D2}" type="presParOf" srcId="{FDB6E6DD-0DD5-4175-8BEA-D31CEE9A62CF}" destId="{89D299A6-241D-4FF4-A632-C77923BCF2EB}" srcOrd="0" destOrd="0" presId="urn:microsoft.com/office/officeart/2005/8/layout/cycle2"/>
    <dgm:cxn modelId="{7239D101-33AC-4D52-B457-912B7434FD12}" type="presParOf" srcId="{904E7882-067A-465F-AB48-6C85AB935C5F}" destId="{2B0901B5-6AA2-4B50-978D-7FAF1AB88F12}" srcOrd="6" destOrd="0" presId="urn:microsoft.com/office/officeart/2005/8/layout/cycle2"/>
    <dgm:cxn modelId="{D219F8E6-03F5-45A1-8EF8-988C2D4B6AA8}" type="presParOf" srcId="{904E7882-067A-465F-AB48-6C85AB935C5F}" destId="{6BD21256-6C9A-4A45-AF4F-FA5B17CB518F}" srcOrd="7" destOrd="0" presId="urn:microsoft.com/office/officeart/2005/8/layout/cycle2"/>
    <dgm:cxn modelId="{CD31EE12-B0B3-4E2A-AFBC-E732210A7B45}" type="presParOf" srcId="{6BD21256-6C9A-4A45-AF4F-FA5B17CB518F}" destId="{EC6551BA-E013-4777-A812-259485AD1F9B}" srcOrd="0" destOrd="0" presId="urn:microsoft.com/office/officeart/2005/8/layout/cycle2"/>
    <dgm:cxn modelId="{FEA3A4E3-A9F8-4969-973C-D08CD8F714D9}" type="presParOf" srcId="{904E7882-067A-465F-AB48-6C85AB935C5F}" destId="{270AB9B6-4FD4-40EF-9CA6-2CEFB84529A3}" srcOrd="8" destOrd="0" presId="urn:microsoft.com/office/officeart/2005/8/layout/cycle2"/>
    <dgm:cxn modelId="{F545A04A-882D-4B42-BD76-3A1F0EBD5676}" type="presParOf" srcId="{904E7882-067A-465F-AB48-6C85AB935C5F}" destId="{A86B1B03-F300-4883-A476-EBB9B3B791E7}" srcOrd="9" destOrd="0" presId="urn:microsoft.com/office/officeart/2005/8/layout/cycle2"/>
    <dgm:cxn modelId="{1B8CC2AC-5176-41FF-B98B-C0B9FEAC05F2}" type="presParOf" srcId="{A86B1B03-F300-4883-A476-EBB9B3B791E7}" destId="{012D50D9-3756-46FA-A4E6-642A10C6F989}" srcOrd="0" destOrd="0" presId="urn:microsoft.com/office/officeart/2005/8/layout/cycle2"/>
    <dgm:cxn modelId="{4DC64E45-2A90-4B57-A162-FB88BDB5C777}" type="presParOf" srcId="{904E7882-067A-465F-AB48-6C85AB935C5F}" destId="{A838240F-D406-4EAF-9D46-86D2637440DD}" srcOrd="10" destOrd="0" presId="urn:microsoft.com/office/officeart/2005/8/layout/cycle2"/>
    <dgm:cxn modelId="{519F9786-7E7F-4FCE-88EF-304111DB8167}" type="presParOf" srcId="{904E7882-067A-465F-AB48-6C85AB935C5F}" destId="{2E13FD03-EC1D-4009-9A58-A7B49F1AFB21}" srcOrd="11" destOrd="0" presId="urn:microsoft.com/office/officeart/2005/8/layout/cycle2"/>
    <dgm:cxn modelId="{598BAA22-96B3-4157-A0BD-17C3BF759183}" type="presParOf" srcId="{2E13FD03-EC1D-4009-9A58-A7B49F1AFB21}" destId="{1D3FEB71-5FF6-43EE-80D3-EB8950EDCF9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3659787" y="682"/>
          <a:ext cx="1462199" cy="14621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3873921" y="214816"/>
        <a:ext cx="1033931" cy="1033931"/>
      </dsp:txXfrm>
    </dsp:sp>
    <dsp:sp modelId="{CA42C10D-834A-4B91-A76A-E4F4983356D9}">
      <dsp:nvSpPr>
        <dsp:cNvPr id="0" name=""/>
        <dsp:cNvSpPr/>
      </dsp:nvSpPr>
      <dsp:spPr>
        <a:xfrm rot="1800000">
          <a:off x="5137712" y="1028405"/>
          <a:ext cx="388636" cy="493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5145522" y="1097955"/>
        <a:ext cx="272045" cy="296096"/>
      </dsp:txXfrm>
    </dsp:sp>
    <dsp:sp modelId="{68E0FFE5-6A02-41FB-AEDB-B26BA61F8A6D}">
      <dsp:nvSpPr>
        <dsp:cNvPr id="0" name=""/>
        <dsp:cNvSpPr/>
      </dsp:nvSpPr>
      <dsp:spPr>
        <a:xfrm>
          <a:off x="5561124" y="1098420"/>
          <a:ext cx="1462199" cy="14621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5775258" y="1312554"/>
        <a:ext cx="1033931" cy="1033931"/>
      </dsp:txXfrm>
    </dsp:sp>
    <dsp:sp modelId="{9E15EAB9-6137-47E2-8987-805143ABBA5E}">
      <dsp:nvSpPr>
        <dsp:cNvPr id="0" name=""/>
        <dsp:cNvSpPr/>
      </dsp:nvSpPr>
      <dsp:spPr>
        <a:xfrm rot="5400000">
          <a:off x="6097906" y="2669512"/>
          <a:ext cx="388636" cy="493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6156202" y="2709915"/>
        <a:ext cx="272045" cy="296096"/>
      </dsp:txXfrm>
    </dsp:sp>
    <dsp:sp modelId="{D766211B-077D-4CC6-9411-11E7AC2787C6}">
      <dsp:nvSpPr>
        <dsp:cNvPr id="0" name=""/>
        <dsp:cNvSpPr/>
      </dsp:nvSpPr>
      <dsp:spPr>
        <a:xfrm>
          <a:off x="5561124" y="3293895"/>
          <a:ext cx="1462199" cy="14621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5775258" y="3508029"/>
        <a:ext cx="1033931" cy="1033931"/>
      </dsp:txXfrm>
    </dsp:sp>
    <dsp:sp modelId="{FDB6E6DD-0DD5-4175-8BEA-D31CEE9A62CF}">
      <dsp:nvSpPr>
        <dsp:cNvPr id="0" name=""/>
        <dsp:cNvSpPr/>
      </dsp:nvSpPr>
      <dsp:spPr>
        <a:xfrm rot="9000000">
          <a:off x="5156763" y="4321618"/>
          <a:ext cx="388636" cy="493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5265544" y="4391168"/>
        <a:ext cx="272045" cy="296096"/>
      </dsp:txXfrm>
    </dsp:sp>
    <dsp:sp modelId="{2B0901B5-6AA2-4B50-978D-7FAF1AB88F12}">
      <dsp:nvSpPr>
        <dsp:cNvPr id="0" name=""/>
        <dsp:cNvSpPr/>
      </dsp:nvSpPr>
      <dsp:spPr>
        <a:xfrm>
          <a:off x="3659787" y="4391633"/>
          <a:ext cx="1462199" cy="14621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3873921" y="4605767"/>
        <a:ext cx="1033931" cy="1033931"/>
      </dsp:txXfrm>
    </dsp:sp>
    <dsp:sp modelId="{6BD21256-6C9A-4A45-AF4F-FA5B17CB518F}">
      <dsp:nvSpPr>
        <dsp:cNvPr id="0" name=""/>
        <dsp:cNvSpPr/>
      </dsp:nvSpPr>
      <dsp:spPr>
        <a:xfrm rot="12600000">
          <a:off x="3255425" y="4332617"/>
          <a:ext cx="388636" cy="493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364206" y="4460463"/>
        <a:ext cx="272045" cy="296096"/>
      </dsp:txXfrm>
    </dsp:sp>
    <dsp:sp modelId="{270AB9B6-4FD4-40EF-9CA6-2CEFB84529A3}">
      <dsp:nvSpPr>
        <dsp:cNvPr id="0" name=""/>
        <dsp:cNvSpPr/>
      </dsp:nvSpPr>
      <dsp:spPr>
        <a:xfrm>
          <a:off x="1758449" y="3293895"/>
          <a:ext cx="1462199" cy="14621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1972583" y="3508029"/>
        <a:ext cx="1033931" cy="1033931"/>
      </dsp:txXfrm>
    </dsp:sp>
    <dsp:sp modelId="{A86B1B03-F300-4883-A476-EBB9B3B791E7}">
      <dsp:nvSpPr>
        <dsp:cNvPr id="0" name=""/>
        <dsp:cNvSpPr/>
      </dsp:nvSpPr>
      <dsp:spPr>
        <a:xfrm rot="16200000">
          <a:off x="2295231" y="2691510"/>
          <a:ext cx="388636" cy="493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2353527" y="2848504"/>
        <a:ext cx="272045" cy="296096"/>
      </dsp:txXfrm>
    </dsp:sp>
    <dsp:sp modelId="{A838240F-D406-4EAF-9D46-86D2637440DD}">
      <dsp:nvSpPr>
        <dsp:cNvPr id="0" name=""/>
        <dsp:cNvSpPr/>
      </dsp:nvSpPr>
      <dsp:spPr>
        <a:xfrm>
          <a:off x="1758449" y="1098420"/>
          <a:ext cx="1462199" cy="14621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1972583" y="1312554"/>
        <a:ext cx="1033931" cy="1033931"/>
      </dsp:txXfrm>
    </dsp:sp>
    <dsp:sp modelId="{2E13FD03-EC1D-4009-9A58-A7B49F1AFB21}">
      <dsp:nvSpPr>
        <dsp:cNvPr id="0" name=""/>
        <dsp:cNvSpPr/>
      </dsp:nvSpPr>
      <dsp:spPr>
        <a:xfrm rot="19800000">
          <a:off x="3236374" y="1039404"/>
          <a:ext cx="388636" cy="4934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244184" y="1167250"/>
        <a:ext cx="272045" cy="296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891D9-36FC-4347-872D-2C9ADD9D1A01}">
      <dsp:nvSpPr>
        <dsp:cNvPr id="0" name=""/>
        <dsp:cNvSpPr/>
      </dsp:nvSpPr>
      <dsp:spPr>
        <a:xfrm>
          <a:off x="2381145" y="25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Product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Backlog</a:t>
          </a:r>
          <a:endParaRPr lang="fr-FR" sz="1400" kern="1200" dirty="0"/>
        </a:p>
      </dsp:txBody>
      <dsp:txXfrm>
        <a:off x="2595223" y="216628"/>
        <a:ext cx="1033657" cy="1033657"/>
      </dsp:txXfrm>
    </dsp:sp>
    <dsp:sp modelId="{CA42C10D-834A-4B91-A76A-E4F4983356D9}">
      <dsp:nvSpPr>
        <dsp:cNvPr id="0" name=""/>
        <dsp:cNvSpPr/>
      </dsp:nvSpPr>
      <dsp:spPr>
        <a:xfrm rot="1800000">
          <a:off x="3858510" y="102973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3866306" y="1099312"/>
        <a:ext cx="271567" cy="296018"/>
      </dsp:txXfrm>
    </dsp:sp>
    <dsp:sp modelId="{68E0FFE5-6A02-41FB-AEDB-B26BA61F8A6D}">
      <dsp:nvSpPr>
        <dsp:cNvPr id="0" name=""/>
        <dsp:cNvSpPr/>
      </dsp:nvSpPr>
      <dsp:spPr>
        <a:xfrm>
          <a:off x="4281032" y="1099450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Refinement</a:t>
          </a:r>
          <a:endParaRPr lang="fr-FR" sz="1400" kern="1200" dirty="0"/>
        </a:p>
      </dsp:txBody>
      <dsp:txXfrm>
        <a:off x="4495110" y="1313528"/>
        <a:ext cx="1033657" cy="1033657"/>
      </dsp:txXfrm>
    </dsp:sp>
    <dsp:sp modelId="{9E15EAB9-6137-47E2-8987-805143ABBA5E}">
      <dsp:nvSpPr>
        <dsp:cNvPr id="0" name=""/>
        <dsp:cNvSpPr/>
      </dsp:nvSpPr>
      <dsp:spPr>
        <a:xfrm rot="5400000">
          <a:off x="4817962" y="266959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4876155" y="2710076"/>
        <a:ext cx="271567" cy="296018"/>
      </dsp:txXfrm>
    </dsp:sp>
    <dsp:sp modelId="{D766211B-077D-4CC6-9411-11E7AC2787C6}">
      <dsp:nvSpPr>
        <dsp:cNvPr id="0" name=""/>
        <dsp:cNvSpPr/>
      </dsp:nvSpPr>
      <dsp:spPr>
        <a:xfrm>
          <a:off x="4281032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Planning</a:t>
          </a:r>
        </a:p>
      </dsp:txBody>
      <dsp:txXfrm>
        <a:off x="4495110" y="3507329"/>
        <a:ext cx="1033657" cy="1033657"/>
      </dsp:txXfrm>
    </dsp:sp>
    <dsp:sp modelId="{FDB6E6DD-0DD5-4175-8BEA-D31CEE9A62CF}">
      <dsp:nvSpPr>
        <dsp:cNvPr id="0" name=""/>
        <dsp:cNvSpPr/>
      </dsp:nvSpPr>
      <dsp:spPr>
        <a:xfrm rot="9000000">
          <a:off x="3877527" y="432043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3986117" y="4390013"/>
        <a:ext cx="271567" cy="296018"/>
      </dsp:txXfrm>
    </dsp:sp>
    <dsp:sp modelId="{2B0901B5-6AA2-4B50-978D-7FAF1AB88F12}">
      <dsp:nvSpPr>
        <dsp:cNvPr id="0" name=""/>
        <dsp:cNvSpPr/>
      </dsp:nvSpPr>
      <dsp:spPr>
        <a:xfrm>
          <a:off x="2381145" y="43901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Sprint</a:t>
          </a:r>
        </a:p>
      </dsp:txBody>
      <dsp:txXfrm>
        <a:off x="2595223" y="4604229"/>
        <a:ext cx="1033657" cy="1033657"/>
      </dsp:txXfrm>
    </dsp:sp>
    <dsp:sp modelId="{6BD21256-6C9A-4A45-AF4F-FA5B17CB518F}">
      <dsp:nvSpPr>
        <dsp:cNvPr id="0" name=""/>
        <dsp:cNvSpPr/>
      </dsp:nvSpPr>
      <dsp:spPr>
        <a:xfrm rot="12600000">
          <a:off x="1977640" y="4331417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 rot="10800000">
        <a:off x="2086230" y="4459186"/>
        <a:ext cx="271567" cy="296018"/>
      </dsp:txXfrm>
    </dsp:sp>
    <dsp:sp modelId="{270AB9B6-4FD4-40EF-9CA6-2CEFB84529A3}">
      <dsp:nvSpPr>
        <dsp:cNvPr id="0" name=""/>
        <dsp:cNvSpPr/>
      </dsp:nvSpPr>
      <dsp:spPr>
        <a:xfrm>
          <a:off x="481258" y="3293251"/>
          <a:ext cx="1461813" cy="146181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Review</a:t>
          </a:r>
          <a:endParaRPr lang="fr-FR" sz="1400" kern="1200" dirty="0"/>
        </a:p>
      </dsp:txBody>
      <dsp:txXfrm>
        <a:off x="695336" y="3507329"/>
        <a:ext cx="1033657" cy="1033657"/>
      </dsp:txXfrm>
    </dsp:sp>
    <dsp:sp modelId="{A86B1B03-F300-4883-A476-EBB9B3B791E7}">
      <dsp:nvSpPr>
        <dsp:cNvPr id="0" name=""/>
        <dsp:cNvSpPr/>
      </dsp:nvSpPr>
      <dsp:spPr>
        <a:xfrm rot="16200000">
          <a:off x="1018188" y="269155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076381" y="2848421"/>
        <a:ext cx="271567" cy="296018"/>
      </dsp:txXfrm>
    </dsp:sp>
    <dsp:sp modelId="{A838240F-D406-4EAF-9D46-86D2637440DD}">
      <dsp:nvSpPr>
        <dsp:cNvPr id="0" name=""/>
        <dsp:cNvSpPr/>
      </dsp:nvSpPr>
      <dsp:spPr>
        <a:xfrm>
          <a:off x="481258" y="1099450"/>
          <a:ext cx="1461813" cy="1461813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Retrospective</a:t>
          </a:r>
          <a:endParaRPr lang="fr-FR" sz="1400" kern="1200" dirty="0"/>
        </a:p>
      </dsp:txBody>
      <dsp:txXfrm>
        <a:off x="695336" y="1313528"/>
        <a:ext cx="1033657" cy="1033657"/>
      </dsp:txXfrm>
    </dsp:sp>
    <dsp:sp modelId="{2E13FD03-EC1D-4009-9A58-A7B49F1AFB21}">
      <dsp:nvSpPr>
        <dsp:cNvPr id="0" name=""/>
        <dsp:cNvSpPr/>
      </dsp:nvSpPr>
      <dsp:spPr>
        <a:xfrm rot="19800000">
          <a:off x="1958623" y="1040716"/>
          <a:ext cx="387953" cy="4933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/>
        </a:p>
      </dsp:txBody>
      <dsp:txXfrm>
        <a:off x="1966419" y="1168485"/>
        <a:ext cx="271567" cy="296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9C8B2-563D-4B86-8810-7A70C5EB458D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986FB-CE7B-4524-B039-5F61198D35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19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22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004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484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888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829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756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050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915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4394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234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157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068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991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432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292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426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079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772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545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3740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F47C-4F49-49F8-9C42-DE0FAA95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58EE2-56D1-413B-A2BC-5CCCC0DDD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A3794-88A6-41D0-A065-8691CD59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AD68-29F0-4103-AB81-705C68FD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963F-F544-4338-A3C0-19B02198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35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F230-40ED-4AEC-B4A7-BCC9E10E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1B84-F3D8-4C24-BCC6-35C4D778F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9B91B-34CB-4B2B-ACE1-B9103B58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48DA9-2E84-454C-B4CB-D5CD6D01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57CFB-3CE0-4A17-9F43-97DBB1C1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90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4106-A0AC-49AA-A5B2-AA1E9439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0556F-50E9-46C1-85A6-75F3FF01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2119-DB4E-4F0A-B31F-C639EC10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344F0-5EB9-45CF-B3AE-4136B698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A8AA9-1C11-4B38-98EB-BE0BD07C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77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BC2F-4B47-4003-AEB8-93F284CB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AA17-9897-4E83-9320-774E39405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34AE3-8DF7-49C0-AB22-AF7AD7F27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4D548-4E1C-49EA-AE49-546A569B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A985F-3874-4E1F-8BDC-A0BE9E90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1CB89-5C26-4741-B019-926066D6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31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E3D8-4E0F-4BF8-A217-53E3BFD8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24339-8E55-4EC4-AA88-97EA117FB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4587-E1F7-4BED-A562-CFF4471AF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3F72E-4BEE-424D-9187-B9E12CBD0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8EAAC-0EA9-4AB0-90BD-D5A6E5F11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4A913-BE82-4B21-9379-A22B7F45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DDF37-A39F-447D-B9DC-BEB35D9A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3E685-2551-44D9-85A6-CF0D9464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1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5589-CDDB-4F15-9899-58A2F387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E3416-F461-48EB-B7B5-F3622440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85A77-B3D6-4E74-9B59-0B35E57B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4366A-844A-4ADC-97F0-DDA062D6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15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15D7E-2A33-41BF-AE56-64518429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FD19B-C4FE-4158-9DD8-A3660625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A8F5F-4D3B-4D8C-897D-D720B644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8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A4A9-CDE3-4A74-8733-ADB65A69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BF1BC-F109-4376-8CD2-126C978C7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CF4AF-9BBD-4579-B3E7-7C78F49FC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431B2-1FD6-473A-8128-5EE62F69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8DB1-57A3-4726-BBBD-BA11DA20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F88ED-38BE-46BE-A8FD-E3BE3ADF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11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C590-386D-4065-BE6D-A7BE7DBF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2CFA4-04E8-4EE4-AE9E-00671A938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B8B1E-C6C5-491E-9C87-A18E1A96F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2A70E-F0A2-4150-B766-968DC889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15154-33A5-40A9-B1ED-463E5234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E68F1-590F-4F38-BDD7-1D0B9FAD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89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F8E3-6F63-40D8-BFD0-E8848ABA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94DFF-158A-4165-87AC-1E3F939D7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608E2-B5FF-4157-84B4-FC7F9198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92CAE-56AE-4592-AAB3-3E4BAF33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B7430-4F00-4D65-A4CF-6BA6DD1A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82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16AEB0-9FE5-4B61-BC60-F69C40174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89088-5337-4BEA-85FC-9B0059EAF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51EE8-16A6-4369-936B-9472F502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2DF00-1E38-4D2D-A574-868A8653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5D5F9-B62F-476A-AEC5-05CA8B43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86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D567AF-9C6A-4710-80CC-67ED07D1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DC619-68ED-45AC-8B74-CBDBF6FF5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64DE3-739C-447A-B730-66AEBC7D3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FC3B2-E476-48C7-91D7-0AAD39A8F303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5D0DD-847B-496C-A162-61F695F7E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D5572-667A-4458-AE01-F69B0C2A8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5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ATELIER : qu’avez-vous retenu de l’agilité ?</a:t>
            </a:r>
          </a:p>
        </p:txBody>
      </p:sp>
    </p:spTree>
    <p:extLst>
      <p:ext uri="{BB962C8B-B14F-4D97-AF65-F5344CB8AC3E}">
        <p14:creationId xmlns:p14="http://schemas.microsoft.com/office/powerpoint/2010/main" val="180562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1364974" y="2771826"/>
            <a:ext cx="946205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4400" b="1" dirty="0">
                <a:solidFill>
                  <a:srgbClr val="20DDA6"/>
                </a:solidFill>
                <a:latin typeface="Calibri" charset="0"/>
              </a:rPr>
              <a:t>THE AGILE MANIFESTO</a:t>
            </a:r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43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Notre plus haute priorité est de satisfaire le client en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livrant rapidement et régulièrement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des fonctionnalités à grande valeur ajoutée.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Accueillez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positivement les changements de besoins, même tard dans le projet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. Les processus Agiles exploitent le changement pour donner un avantage compétitif au client.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46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Livrez fréquemment un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logiciel fonctionnel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, dans des cycles de quelques semaines à quelques mois, avec une préférence pour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les plus courts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.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Les utilisateurs ou leurs représentants et les développeurs doivent travailler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ensemble quotidiennemen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t tout au long du projet.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526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Réalisez les projets avec des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personnes motivées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. 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Fournissez-leur l’environnement et le soutien dont elles ont besoin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et faites-leur confiance pour atteindre les objectifs fixés.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00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La méthode la plus simple et la plus efficace pour transmettre de l’information à l'équipe de développement et à l’intérieur de celle-ci est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le dialogue en face à face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.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Un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logiciel fonctionnel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est la principale mesure de progression d'un projet.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696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Les processus agiles encouragent un rythme de développement soutenable. Ensemble, les commanditaires, les développeurs et les utilisateurs devraient être capables de maintenir indéfiniment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un rythme constant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.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Une attention continue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à l'excellence technique et à un bon design.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09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La simplicité – c’est-à-dire l’art de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minimiser la quantité de travail inutile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– est essentielle.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Les meilleures architectures, spécifications et conceptions émergent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d'équipes </a:t>
            </a:r>
            <a:r>
              <a:rPr lang="fr-FR" sz="3200" dirty="0" err="1">
                <a:solidFill>
                  <a:srgbClr val="20DDA6"/>
                </a:solidFill>
                <a:latin typeface="Candara Light" panose="020E0502030303020204" pitchFamily="34" charset="0"/>
              </a:rPr>
              <a:t>auto-organisées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.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À intervalles réguliers,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l'équipe réfléchit aux moyens possibles de devenir plus efficace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. Puis elle s'adapte et modifie son fonctionnement en conséquence.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05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107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1364974" y="2771826"/>
            <a:ext cx="946205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4400" b="1" dirty="0">
                <a:solidFill>
                  <a:srgbClr val="20DDA6"/>
                </a:solidFill>
                <a:latin typeface="Calibri" charset="0"/>
              </a:rPr>
              <a:t>SCRUM</a:t>
            </a:r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20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Scrum est un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framework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ou cadre de développement de produits complexes. Il est défini comme un « cadre de travail holistique itératif »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04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24749F8F-1148-4F16-BA13-642E551237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985945"/>
              </p:ext>
            </p:extLst>
          </p:nvPr>
        </p:nvGraphicFramePr>
        <p:xfrm>
          <a:off x="2032000" y="283818"/>
          <a:ext cx="878177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0128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En plus de l’avancé dans la consommation (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burn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down) du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product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backlog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, tous les jours un standup a lieu pour tenir ses collaborateurs à jour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243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Dans une équipe Scrum, les rôles associés sont les suivants :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Product owner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Scrum master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Developpeur</a:t>
            </a:r>
            <a:r>
              <a:rPr lang="en-US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(</a:t>
            </a:r>
            <a:r>
              <a:rPr lang="en-US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euse</a:t>
            </a:r>
            <a:r>
              <a:rPr lang="en-US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)s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>
                <a:solidFill>
                  <a:schemeClr val="bg1"/>
                </a:solidFill>
                <a:latin typeface="Candara Light" panose="020E0502030303020204" pitchFamily="34" charset="0"/>
              </a:rPr>
              <a:t>Stakeholders</a:t>
            </a:r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31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24749F8F-1148-4F16-BA13-642E551237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3666469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6109B573-C820-45D5-8E0D-3DFB67C16586}"/>
              </a:ext>
            </a:extLst>
          </p:cNvPr>
          <p:cNvSpPr txBox="1"/>
          <p:nvPr/>
        </p:nvSpPr>
        <p:spPr>
          <a:xfrm>
            <a:off x="1893819" y="2185629"/>
            <a:ext cx="3874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Le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product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owner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est la source des exigences et de l’expression des besoins.</a:t>
            </a:r>
          </a:p>
          <a:p>
            <a:endParaRPr lang="fr-FR" sz="2400" dirty="0">
              <a:solidFill>
                <a:schemeClr val="bg1"/>
              </a:solidFill>
              <a:latin typeface="+mj-lt"/>
            </a:endParaRP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Il remplit le Product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backlog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avec le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scrum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master.</a:t>
            </a:r>
          </a:p>
        </p:txBody>
      </p:sp>
    </p:spTree>
    <p:extLst>
      <p:ext uri="{BB962C8B-B14F-4D97-AF65-F5344CB8AC3E}">
        <p14:creationId xmlns:p14="http://schemas.microsoft.com/office/powerpoint/2010/main" val="2732136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865771"/>
            <a:ext cx="9462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Un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bon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product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owner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est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une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personne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qui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a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les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idées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claires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et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qui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sait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ce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qu‘elle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veut et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ce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qu‘elle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veut en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priorité</a:t>
            </a:r>
            <a:endParaRPr lang="de-DE" altLang="fr-FR" sz="3200" dirty="0">
              <a:solidFill>
                <a:srgbClr val="20DDA6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20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24749F8F-1148-4F16-BA13-642E551237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001873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6109B573-C820-45D5-8E0D-3DFB67C16586}"/>
              </a:ext>
            </a:extLst>
          </p:cNvPr>
          <p:cNvSpPr txBox="1"/>
          <p:nvPr/>
        </p:nvSpPr>
        <p:spPr>
          <a:xfrm>
            <a:off x="1893819" y="2185629"/>
            <a:ext cx="38740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Le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scrum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master est un facilitateur, il s’assure que 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le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framework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soit bien suivi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la planification soit précise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les développeurs sont protégés des distractions extérieures</a:t>
            </a:r>
          </a:p>
        </p:txBody>
      </p:sp>
    </p:spTree>
    <p:extLst>
      <p:ext uri="{BB962C8B-B14F-4D97-AF65-F5344CB8AC3E}">
        <p14:creationId xmlns:p14="http://schemas.microsoft.com/office/powerpoint/2010/main" val="2532639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481051"/>
            <a:ext cx="94620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Un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bon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scrum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master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est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une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personne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qui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connait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les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capacités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de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production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des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artéfacts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et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qui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sait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protéger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les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membres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des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distractions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(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qui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prend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les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distractions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sur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lui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596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24749F8F-1148-4F16-BA13-642E551237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77548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6109B573-C820-45D5-8E0D-3DFB67C16586}"/>
              </a:ext>
            </a:extLst>
          </p:cNvPr>
          <p:cNvSpPr txBox="1"/>
          <p:nvPr/>
        </p:nvSpPr>
        <p:spPr>
          <a:xfrm>
            <a:off x="1893819" y="2185629"/>
            <a:ext cx="38740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Les développeur(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euse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)es 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fournissent leur expertise pour construire les incréments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sont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auto-organisés</a:t>
            </a:r>
            <a:endParaRPr lang="fr-FR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73136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727272"/>
            <a:ext cx="9462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Un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(e)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bon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(ne)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développeur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(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euse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)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sait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estimer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le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degré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de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complexité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des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features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de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manière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cohérente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et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répétable</a:t>
            </a:r>
            <a:endParaRPr lang="de-DE" altLang="fr-FR" sz="3200" dirty="0">
              <a:solidFill>
                <a:srgbClr val="20DDA6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24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27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865771"/>
            <a:ext cx="9462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DETAILS DU CYCLE</a:t>
            </a:r>
          </a:p>
        </p:txBody>
      </p:sp>
    </p:spTree>
    <p:extLst>
      <p:ext uri="{BB962C8B-B14F-4D97-AF65-F5344CB8AC3E}">
        <p14:creationId xmlns:p14="http://schemas.microsoft.com/office/powerpoint/2010/main" val="2858200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6936347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7C702850-C2BE-4901-A394-A8498C4FD9B9}"/>
              </a:ext>
            </a:extLst>
          </p:cNvPr>
          <p:cNvSpPr txBox="1"/>
          <p:nvPr/>
        </p:nvSpPr>
        <p:spPr>
          <a:xfrm>
            <a:off x="1893819" y="1665082"/>
            <a:ext cx="387405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En tant que Product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Owner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, définissez vos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personnas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, les plus-values à capturer pour chaque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personna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et comment il ou elle y parvient</a:t>
            </a:r>
          </a:p>
          <a:p>
            <a:endParaRPr lang="fr-FR" sz="2400" dirty="0">
              <a:solidFill>
                <a:schemeClr val="bg1"/>
              </a:solidFill>
              <a:latin typeface="+mj-lt"/>
            </a:endParaRP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En tant que Scrum Master, assurez-vous que le Product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Owner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garde une structure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personna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/valeur/comment</a:t>
            </a:r>
          </a:p>
          <a:p>
            <a:endParaRPr lang="fr-FR" sz="2400" dirty="0">
              <a:solidFill>
                <a:schemeClr val="bg1"/>
              </a:solidFill>
              <a:latin typeface="+mj-lt"/>
            </a:endParaRP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Temps : on-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going</a:t>
            </a:r>
            <a:endParaRPr lang="fr-FR" sz="2400" dirty="0">
              <a:solidFill>
                <a:schemeClr val="bg1"/>
              </a:solidFill>
              <a:latin typeface="+mj-lt"/>
            </a:endParaRPr>
          </a:p>
          <a:p>
            <a:endParaRPr lang="fr-FR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4343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7486475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7DFB091A-8A87-449A-8785-74640DB09829}"/>
              </a:ext>
            </a:extLst>
          </p:cNvPr>
          <p:cNvSpPr txBox="1"/>
          <p:nvPr/>
        </p:nvSpPr>
        <p:spPr>
          <a:xfrm>
            <a:off x="1893819" y="2185629"/>
            <a:ext cx="38740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En tant que Scrum Master et développeur(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euse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)s :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Votez avec des story points (1 à 5)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Découpez les initiatives, les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epics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-&gt; produisez des user stories</a:t>
            </a:r>
          </a:p>
          <a:p>
            <a:pPr marL="457200" indent="-457200">
              <a:buAutoNum type="arabicPeriod"/>
            </a:pPr>
            <a:endParaRPr lang="fr-FR" sz="2400" dirty="0">
              <a:solidFill>
                <a:schemeClr val="bg1"/>
              </a:solidFill>
              <a:latin typeface="+mj-lt"/>
            </a:endParaRP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Temps : aucune contrainte</a:t>
            </a:r>
          </a:p>
        </p:txBody>
      </p:sp>
    </p:spTree>
    <p:extLst>
      <p:ext uri="{BB962C8B-B14F-4D97-AF65-F5344CB8AC3E}">
        <p14:creationId xmlns:p14="http://schemas.microsoft.com/office/powerpoint/2010/main" val="2927684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2111165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6BEE49C2-675E-4582-9CE9-68384FC7DF98}"/>
              </a:ext>
            </a:extLst>
          </p:cNvPr>
          <p:cNvSpPr txBox="1"/>
          <p:nvPr/>
        </p:nvSpPr>
        <p:spPr>
          <a:xfrm>
            <a:off x="1893819" y="2185629"/>
            <a:ext cx="38740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En tant que Scrum Master et développeur(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euse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)s :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Vous pouvez définir les user stories en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subtasks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si vous avez besoin</a:t>
            </a:r>
          </a:p>
          <a:p>
            <a:pPr marL="457200" indent="-457200">
              <a:buAutoNum type="arabicPeriod"/>
            </a:pPr>
            <a:r>
              <a:rPr lang="fr-FR" sz="2400" dirty="0" err="1">
                <a:solidFill>
                  <a:schemeClr val="bg1"/>
                </a:solidFill>
                <a:latin typeface="+mj-lt"/>
              </a:rPr>
              <a:t>Plannifiez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le sprint</a:t>
            </a:r>
          </a:p>
          <a:p>
            <a:pPr marL="457200" indent="-457200">
              <a:buAutoNum type="arabicPeriod"/>
            </a:pPr>
            <a:endParaRPr lang="fr-FR" sz="2400" dirty="0">
              <a:solidFill>
                <a:schemeClr val="bg1"/>
              </a:solidFill>
              <a:latin typeface="+mj-lt"/>
            </a:endParaRP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Temps : 10% du sprint</a:t>
            </a:r>
          </a:p>
        </p:txBody>
      </p:sp>
    </p:spTree>
    <p:extLst>
      <p:ext uri="{BB962C8B-B14F-4D97-AF65-F5344CB8AC3E}">
        <p14:creationId xmlns:p14="http://schemas.microsoft.com/office/powerpoint/2010/main" val="2424089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8929196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F04D334B-9FE5-492B-A949-9F2D686A5C93}"/>
              </a:ext>
            </a:extLst>
          </p:cNvPr>
          <p:cNvSpPr txBox="1"/>
          <p:nvPr/>
        </p:nvSpPr>
        <p:spPr>
          <a:xfrm>
            <a:off x="1893819" y="1861329"/>
            <a:ext cx="387405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En tant que Scrum Master :</a:t>
            </a: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Protégez les développeur(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euse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)s de toutes distractions externes</a:t>
            </a:r>
          </a:p>
          <a:p>
            <a:endParaRPr lang="fr-FR" sz="2400" dirty="0">
              <a:solidFill>
                <a:schemeClr val="bg1"/>
              </a:solidFill>
              <a:latin typeface="+mj-lt"/>
            </a:endParaRP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En tant que développeur(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euse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)s :</a:t>
            </a: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Faites des standups quotidien pour informer vos collègues</a:t>
            </a:r>
          </a:p>
          <a:p>
            <a:endParaRPr lang="fr-FR" sz="2400" dirty="0">
              <a:solidFill>
                <a:schemeClr val="bg1"/>
              </a:solidFill>
              <a:latin typeface="+mj-lt"/>
            </a:endParaRPr>
          </a:p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Temps : environ 1 mois</a:t>
            </a:r>
          </a:p>
        </p:txBody>
      </p:sp>
    </p:spTree>
    <p:extLst>
      <p:ext uri="{BB962C8B-B14F-4D97-AF65-F5344CB8AC3E}">
        <p14:creationId xmlns:p14="http://schemas.microsoft.com/office/powerpoint/2010/main" val="2402270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4709014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C61EEEB8-1CCE-453E-B7C1-ECAFB7A2D8B9}"/>
              </a:ext>
            </a:extLst>
          </p:cNvPr>
          <p:cNvSpPr txBox="1"/>
          <p:nvPr/>
        </p:nvSpPr>
        <p:spPr>
          <a:xfrm>
            <a:off x="1893819" y="1861329"/>
            <a:ext cx="38740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En tant que Scrum Master et développeur(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euse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)s 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Vous faites la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demo</a:t>
            </a:r>
            <a:r>
              <a:rPr lang="fr-FR" sz="2400" dirty="0">
                <a:solidFill>
                  <a:schemeClr val="bg1"/>
                </a:solidFill>
                <a:latin typeface="+mj-lt"/>
              </a:rPr>
              <a:t> de votre incrément fonctionnel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Vous récoltez les retours à intégrer au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backlog</a:t>
            </a:r>
            <a:endParaRPr lang="fr-FR" sz="2400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Déplacez les user stories à </a:t>
            </a:r>
            <a:r>
              <a:rPr lang="fr-FR" sz="2400" dirty="0" err="1">
                <a:solidFill>
                  <a:schemeClr val="bg1"/>
                </a:solidFill>
                <a:latin typeface="+mj-lt"/>
              </a:rPr>
              <a:t>completed</a:t>
            </a:r>
            <a:endParaRPr lang="fr-FR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5183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6756681"/>
              </p:ext>
            </p:extLst>
          </p:nvPr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0F1CD89E-33B6-41FF-913C-8F9C36957204}"/>
              </a:ext>
            </a:extLst>
          </p:cNvPr>
          <p:cNvSpPr txBox="1"/>
          <p:nvPr/>
        </p:nvSpPr>
        <p:spPr>
          <a:xfrm>
            <a:off x="1893819" y="2357941"/>
            <a:ext cx="3874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+mj-lt"/>
              </a:rPr>
              <a:t>En tant qu’équipe, vous vous améliorer :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Que s’est-il bien passé ?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Que s’est-il mal passé ?</a:t>
            </a:r>
          </a:p>
          <a:p>
            <a:pPr marL="457200" indent="-457200">
              <a:buAutoNum type="arabicPeriod"/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Que faire différemment pour le prochain sprint ?</a:t>
            </a:r>
          </a:p>
        </p:txBody>
      </p:sp>
    </p:spTree>
    <p:extLst>
      <p:ext uri="{BB962C8B-B14F-4D97-AF65-F5344CB8AC3E}">
        <p14:creationId xmlns:p14="http://schemas.microsoft.com/office/powerpoint/2010/main" val="1205819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bg1"/>
                </a:solidFill>
                <a:latin typeface="Candara Light" panose="020E0502030303020204" pitchFamily="34" charset="0"/>
              </a:rPr>
              <a:t>ATELIER : En groupe, écrivez autant de US que de participants :</a:t>
            </a:r>
          </a:p>
          <a:p>
            <a:endParaRPr lang="fr-FR" sz="24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endParaRPr lang="fr-FR" sz="24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Candara Light" panose="020E0502030303020204" pitchFamily="34" charset="0"/>
              </a:rPr>
              <a:t>Pour la création d’une application pour réserver ses plats à la cantine</a:t>
            </a:r>
          </a:p>
        </p:txBody>
      </p:sp>
    </p:spTree>
    <p:extLst>
      <p:ext uri="{BB962C8B-B14F-4D97-AF65-F5344CB8AC3E}">
        <p14:creationId xmlns:p14="http://schemas.microsoft.com/office/powerpoint/2010/main" val="1342916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bg1"/>
                </a:solidFill>
                <a:latin typeface="Candara Light" panose="020E0502030303020204" pitchFamily="34" charset="0"/>
              </a:rPr>
              <a:t>ATELIER : En groupe, construisez votre équipe :</a:t>
            </a:r>
          </a:p>
          <a:p>
            <a:endParaRPr lang="fr-FR" sz="24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endParaRPr lang="fr-FR" sz="24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457200" indent="-457200">
              <a:buAutoNum type="arabicParenR"/>
            </a:pPr>
            <a:r>
              <a:rPr lang="fr-FR" sz="2400" dirty="0">
                <a:solidFill>
                  <a:schemeClr val="bg1"/>
                </a:solidFill>
                <a:latin typeface="Candara Light" panose="020E0502030303020204" pitchFamily="34" charset="0"/>
              </a:rPr>
              <a:t>Choisir 1 PO</a:t>
            </a:r>
          </a:p>
          <a:p>
            <a:pPr marL="457200" indent="-457200">
              <a:buAutoNum type="arabicParenR"/>
            </a:pPr>
            <a:r>
              <a:rPr lang="fr-FR" sz="2400" dirty="0">
                <a:solidFill>
                  <a:schemeClr val="bg1"/>
                </a:solidFill>
                <a:latin typeface="Candara Light" panose="020E0502030303020204" pitchFamily="34" charset="0"/>
              </a:rPr>
              <a:t>Choisir 1 Scrum master</a:t>
            </a:r>
          </a:p>
          <a:p>
            <a:pPr marL="457200" indent="-457200">
              <a:buAutoNum type="arabicParenR"/>
            </a:pPr>
            <a:r>
              <a:rPr lang="fr-FR" sz="2400" dirty="0">
                <a:solidFill>
                  <a:schemeClr val="bg1"/>
                </a:solidFill>
                <a:latin typeface="Candara Light" panose="020E0502030303020204" pitchFamily="34" charset="0"/>
              </a:rPr>
              <a:t>Choisir 3 utilisateurs finaux</a:t>
            </a:r>
          </a:p>
          <a:p>
            <a:pPr marL="457200" indent="-457200">
              <a:buAutoNum type="arabicParenR"/>
            </a:pPr>
            <a:r>
              <a:rPr lang="fr-FR" sz="2400" dirty="0">
                <a:solidFill>
                  <a:schemeClr val="bg1"/>
                </a:solidFill>
                <a:latin typeface="Candara Light" panose="020E0502030303020204" pitchFamily="34" charset="0"/>
              </a:rPr>
              <a:t>Choisir 1 graphiste</a:t>
            </a:r>
          </a:p>
          <a:p>
            <a:pPr marL="457200" indent="-457200">
              <a:buAutoNum type="arabicParenR"/>
            </a:pPr>
            <a:r>
              <a:rPr lang="fr-FR" sz="2400" dirty="0">
                <a:solidFill>
                  <a:schemeClr val="bg1"/>
                </a:solidFill>
                <a:latin typeface="Candara Light" panose="020E0502030303020204" pitchFamily="34" charset="0"/>
              </a:rPr>
              <a:t>Choisir 1 responsable de la communication</a:t>
            </a:r>
          </a:p>
          <a:p>
            <a:pPr marL="457200" indent="-457200">
              <a:buAutoNum type="arabicParenR"/>
            </a:pPr>
            <a:r>
              <a:rPr lang="fr-FR" sz="2400" dirty="0">
                <a:solidFill>
                  <a:schemeClr val="bg1"/>
                </a:solidFill>
                <a:latin typeface="Candara Light" panose="020E0502030303020204" pitchFamily="34" charset="0"/>
              </a:rPr>
              <a:t>Le reste seront des développeurs et des développeuses</a:t>
            </a:r>
          </a:p>
        </p:txBody>
      </p:sp>
    </p:spTree>
    <p:extLst>
      <p:ext uri="{BB962C8B-B14F-4D97-AF65-F5344CB8AC3E}">
        <p14:creationId xmlns:p14="http://schemas.microsoft.com/office/powerpoint/2010/main" val="2006526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bg1"/>
                </a:solidFill>
                <a:latin typeface="Candara Light" panose="020E0502030303020204" pitchFamily="34" charset="0"/>
              </a:rPr>
              <a:t>ATELIER : En groupe, simulez des itérations Scrum :</a:t>
            </a:r>
          </a:p>
          <a:p>
            <a:endParaRPr lang="fr-FR" sz="24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Candara Light" panose="020E0502030303020204" pitchFamily="34" charset="0"/>
              </a:rPr>
              <a:t>La vélocité de chaque sprint sera fixé par votre professeur</a:t>
            </a:r>
          </a:p>
        </p:txBody>
      </p:sp>
    </p:spTree>
    <p:extLst>
      <p:ext uri="{BB962C8B-B14F-4D97-AF65-F5344CB8AC3E}">
        <p14:creationId xmlns:p14="http://schemas.microsoft.com/office/powerpoint/2010/main" val="2625147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/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38979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/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20138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/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280426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/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68439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/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42903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316630D-D57E-4101-9712-DDF1C404D464}"/>
              </a:ext>
            </a:extLst>
          </p:cNvPr>
          <p:cNvGraphicFramePr/>
          <p:nvPr/>
        </p:nvGraphicFramePr>
        <p:xfrm>
          <a:off x="5767872" y="501742"/>
          <a:ext cx="6224104" cy="585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13086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752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5645</TotalTime>
  <Words>923</Words>
  <Application>Microsoft Office PowerPoint</Application>
  <PresentationFormat>Grand écran</PresentationFormat>
  <Paragraphs>227</Paragraphs>
  <Slides>38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4" baseType="lpstr">
      <vt:lpstr>Arial</vt:lpstr>
      <vt:lpstr>Avenir Next LT Pro Demi</vt:lpstr>
      <vt:lpstr>Calibri</vt:lpstr>
      <vt:lpstr>Calibri Light</vt:lpstr>
      <vt:lpstr>Candara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Michael NGUYEN</cp:lastModifiedBy>
  <cp:revision>1651</cp:revision>
  <dcterms:created xsi:type="dcterms:W3CDTF">2020-03-09T16:17:30Z</dcterms:created>
  <dcterms:modified xsi:type="dcterms:W3CDTF">2026-04-06T23:50:30Z</dcterms:modified>
</cp:coreProperties>
</file>